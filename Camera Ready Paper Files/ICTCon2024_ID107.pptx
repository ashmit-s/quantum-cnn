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18"/>
  </p:notesMasterIdLst>
  <p:sldIdLst>
    <p:sldId id="256" r:id="rId2"/>
    <p:sldId id="258" r:id="rId3"/>
    <p:sldId id="259" r:id="rId4"/>
    <p:sldId id="260" r:id="rId5"/>
    <p:sldId id="262" r:id="rId6"/>
    <p:sldId id="263" r:id="rId7"/>
    <p:sldId id="264" r:id="rId8"/>
    <p:sldId id="261" r:id="rId9"/>
    <p:sldId id="265" r:id="rId10"/>
    <p:sldId id="266" r:id="rId11"/>
    <p:sldId id="267" r:id="rId12"/>
    <p:sldId id="268" r:id="rId13"/>
    <p:sldId id="269" r:id="rId14"/>
    <p:sldId id="270" r:id="rId15"/>
    <p:sldId id="271" r:id="rId16"/>
    <p:sldId id="272"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648">
          <p15:clr>
            <a:srgbClr val="A4A3A4"/>
          </p15:clr>
        </p15:guide>
        <p15:guide id="2" pos="2664">
          <p15:clr>
            <a:srgbClr val="A4A3A4"/>
          </p15:clr>
        </p15:guide>
        <p15:guide id="3" orient="horz" pos="2664">
          <p15:clr>
            <a:srgbClr val="A4A3A4"/>
          </p15:clr>
        </p15:guide>
        <p15:guide id="4" orient="horz" pos="32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guide orient="horz" pos="3648"/>
        <p:guide pos="2664"/>
        <p:guide orient="horz" pos="2664"/>
        <p:guide orient="horz" pos="32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Good afternoon, everyone. My name is Ashmit Sharma, I am a final-year </a:t>
            </a:r>
            <a:r>
              <a:rPr lang="en-US" sz="1200" b="0" i="0" u="none" strike="noStrike" cap="none" dirty="0" err="1">
                <a:solidFill>
                  <a:schemeClr val="dk1"/>
                </a:solidFill>
                <a:effectLst/>
                <a:latin typeface="Calibri"/>
                <a:ea typeface="Calibri"/>
                <a:cs typeface="Calibri"/>
                <a:sym typeface="Calibri"/>
              </a:rPr>
              <a:t>B.Tech</a:t>
            </a:r>
            <a:r>
              <a:rPr lang="en-US" sz="1200" b="0" i="0" u="none" strike="noStrike" cap="none" dirty="0">
                <a:solidFill>
                  <a:schemeClr val="dk1"/>
                </a:solidFill>
                <a:effectLst/>
                <a:latin typeface="Calibri"/>
                <a:ea typeface="Calibri"/>
                <a:cs typeface="Calibri"/>
                <a:sym typeface="Calibri"/>
              </a:rPr>
              <a:t> student at Shri G. S. Institute of Technology and Science, Indore. Today, I am delighted to present our research on the 'Impact of Image Resolution and Class Complexity on QCNN Performance,' The paper is co-authored with Dr. </a:t>
            </a:r>
            <a:r>
              <a:rPr lang="en-US" sz="1200" b="0" i="0" u="none" strike="noStrike" cap="none" dirty="0" err="1">
                <a:solidFill>
                  <a:schemeClr val="dk1"/>
                </a:solidFill>
                <a:effectLst/>
                <a:latin typeface="Calibri"/>
                <a:ea typeface="Calibri"/>
                <a:cs typeface="Calibri"/>
                <a:sym typeface="Calibri"/>
              </a:rPr>
              <a:t>Shitala</a:t>
            </a:r>
            <a:r>
              <a:rPr lang="en-US" sz="1200" b="0" i="0" u="none" strike="noStrike" cap="none" dirty="0">
                <a:solidFill>
                  <a:schemeClr val="dk1"/>
                </a:solidFill>
                <a:effectLst/>
                <a:latin typeface="Calibri"/>
                <a:ea typeface="Calibri"/>
                <a:cs typeface="Calibri"/>
                <a:sym typeface="Calibri"/>
              </a:rPr>
              <a:t> Prasad sir from IIT Goa, who was also my guide throughout the research.</a:t>
            </a:r>
          </a:p>
          <a:p>
            <a:pPr marL="0" lvl="0" indent="0" algn="l" rtl="0">
              <a:spcBef>
                <a:spcPts val="0"/>
              </a:spcBef>
              <a:spcAft>
                <a:spcPts val="0"/>
              </a:spcAft>
              <a:buNone/>
            </a:pPr>
            <a:endParaRPr dirty="0"/>
          </a:p>
        </p:txBody>
      </p:sp>
      <p:sp>
        <p:nvSpPr>
          <p:cNvPr id="313" name="Google Shape;31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So, Here’s an overview of what I will cover today. We will begin with why QCNNs are promising, then a detail on their architecture, followed by the motivation and aim of our research. I will then talk about the methodologies used and then the results obtained. Finally, I will conclude with insights and potential future directions.</a:t>
            </a:r>
          </a:p>
          <a:p>
            <a:pPr marL="0" lvl="0" indent="0" algn="l" rtl="0">
              <a:spcBef>
                <a:spcPts val="0"/>
              </a:spcBef>
              <a:spcAft>
                <a:spcPts val="0"/>
              </a:spcAft>
              <a:buNone/>
            </a:pPr>
            <a:endParaRPr dirty="0"/>
          </a:p>
        </p:txBody>
      </p:sp>
      <p:sp>
        <p:nvSpPr>
          <p:cNvPr id="350" name="Google Shape;3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1af70f3d1e_0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rtl="0" fontAlgn="base"/>
            <a:r>
              <a:rPr lang="en-US" sz="1200" b="0" i="0" u="none" strike="noStrike" cap="none" dirty="0">
                <a:solidFill>
                  <a:schemeClr val="dk1"/>
                </a:solidFill>
                <a:effectLst/>
                <a:latin typeface="Calibri"/>
                <a:ea typeface="Calibri"/>
                <a:cs typeface="Calibri"/>
                <a:sym typeface="Calibri"/>
              </a:rPr>
              <a:t>Okay. Many of you might ask. Why QCNNs when we already have CNNs which are the State of the Art models for most of the computer vision tasks?</a:t>
            </a:r>
            <a:br>
              <a:rPr lang="en-US" sz="1200" b="0" i="0" u="none" strike="noStrike" cap="none" dirty="0">
                <a:solidFill>
                  <a:schemeClr val="dk1"/>
                </a:solidFill>
                <a:effectLst/>
                <a:latin typeface="Calibri"/>
                <a:ea typeface="Calibri"/>
                <a:cs typeface="Calibri"/>
                <a:sym typeface="Calibri"/>
              </a:rPr>
            </a:br>
            <a:r>
              <a:rPr lang="en-US" sz="1200" b="0" i="0" u="none" strike="noStrike" cap="none" dirty="0">
                <a:solidFill>
                  <a:schemeClr val="dk1"/>
                </a:solidFill>
                <a:effectLst/>
                <a:latin typeface="Calibri"/>
                <a:ea typeface="Calibri"/>
                <a:cs typeface="Calibri"/>
                <a:sym typeface="Calibri"/>
              </a:rPr>
              <a:t>Well, imagine a future where machine learning models not only process data faster but also require fewer resources. Quantum Convolutional Neural Networks, or QCNNs, bring us closer to this reality by leveraging quantum computing principles to overcome the limitations of classical CNNs.</a:t>
            </a:r>
          </a:p>
          <a:p>
            <a:pPr rtl="0"/>
            <a:r>
              <a:rPr lang="en-US" sz="1200" b="0" i="0" u="none" strike="noStrike" cap="none" dirty="0">
                <a:solidFill>
                  <a:schemeClr val="dk1"/>
                </a:solidFill>
                <a:effectLst/>
                <a:latin typeface="Calibri"/>
                <a:ea typeface="Calibri"/>
                <a:cs typeface="Calibri"/>
                <a:sym typeface="Calibri"/>
              </a:rPr>
              <a:t>I agree that CNNs have revolutionized computer vision, but they rely on large datasets for training and require high computational resources which restricts their scalability and real time usage.</a:t>
            </a:r>
            <a:endParaRPr lang="en-US" b="0" dirty="0">
              <a:effectLst/>
            </a:endParaRPr>
          </a:p>
          <a:p>
            <a:pPr rtl="0"/>
            <a:r>
              <a:rPr lang="en-US" sz="1200" b="0" i="0" u="none" strike="noStrike" cap="none" dirty="0">
                <a:solidFill>
                  <a:schemeClr val="dk1"/>
                </a:solidFill>
                <a:effectLst/>
                <a:latin typeface="Calibri"/>
                <a:ea typeface="Calibri"/>
                <a:cs typeface="Calibri"/>
                <a:sym typeface="Calibri"/>
              </a:rPr>
              <a:t>QCNNs, on the other hand, promise exponential improvements by using quantum bits or qubits, which can process data more efficiently through superposition and entanglement.</a:t>
            </a:r>
            <a:endParaRPr lang="en-US" b="0" dirty="0">
              <a:effectLst/>
            </a:endParaRPr>
          </a:p>
          <a:p>
            <a:pPr rtl="0"/>
            <a:r>
              <a:rPr lang="en-US" sz="1200" b="0" i="0" u="none" strike="noStrike" cap="none" dirty="0">
                <a:solidFill>
                  <a:schemeClr val="dk1"/>
                </a:solidFill>
                <a:effectLst/>
                <a:latin typeface="Calibri"/>
                <a:ea typeface="Calibri"/>
                <a:cs typeface="Calibri"/>
                <a:sym typeface="Calibri"/>
              </a:rPr>
              <a:t>On the left hand side you can see a comparison of classical bits and qubits and understand why qubits are so much superior. You see, in the classical domain we only have 1 state per bit and thus 16 bits can only represent 16 states. However, when we transition to the quantum domain, each qubit can be used to represent multiple states simultaneously (2 to the power of n to be precise, where n is the number of qubits) and thus 16 qubits can represent 65536 states. Giving us a glimpse of the possibilities they entail.</a:t>
            </a:r>
            <a:endParaRPr lang="en-US" b="0" dirty="0">
              <a:effectLst/>
            </a:endParaRPr>
          </a:p>
          <a:p>
            <a:br>
              <a:rPr lang="en-US" dirty="0"/>
            </a:br>
            <a:endParaRPr dirty="0"/>
          </a:p>
        </p:txBody>
      </p:sp>
      <p:sp>
        <p:nvSpPr>
          <p:cNvPr id="376" name="Google Shape;376;g31af70f3d1e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1af70f3d1e_0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rtl="0" fontAlgn="base"/>
            <a:r>
              <a:rPr lang="en-US" sz="1200" b="0" i="0" u="none" strike="noStrike" cap="none" dirty="0">
                <a:solidFill>
                  <a:schemeClr val="dk1"/>
                </a:solidFill>
                <a:effectLst/>
                <a:latin typeface="Calibri"/>
                <a:ea typeface="Calibri"/>
                <a:cs typeface="Calibri"/>
                <a:sym typeface="Calibri"/>
              </a:rPr>
              <a:t>So, what makes QCNNs unique? QCNNs are actually very similar in structure to the classical CNNs. Both of them have a convolution, pooling and fully connected layers. But the difference lies in how these layers are constructed. QCNNs operate in the quantum domain. Instead of classical bits, they use qubits, as discussed.</a:t>
            </a:r>
          </a:p>
          <a:p>
            <a:pPr rtl="0"/>
            <a:r>
              <a:rPr lang="en-US" sz="1200" b="0" i="0" u="none" strike="noStrike" cap="none" dirty="0">
                <a:solidFill>
                  <a:schemeClr val="dk1"/>
                </a:solidFill>
                <a:effectLst/>
                <a:latin typeface="Calibri"/>
                <a:ea typeface="Calibri"/>
                <a:cs typeface="Calibri"/>
                <a:sym typeface="Calibri"/>
              </a:rPr>
              <a:t>Leveraging quantum domain also allows QCNNs to take advantage of entanglement and parallelism which further helps them in capturing more complex features and process data faster.</a:t>
            </a:r>
            <a:endParaRPr lang="en-US" b="0" dirty="0">
              <a:effectLst/>
            </a:endParaRPr>
          </a:p>
          <a:p>
            <a:br>
              <a:rPr lang="en-US" dirty="0"/>
            </a:br>
            <a:endParaRPr dirty="0"/>
          </a:p>
        </p:txBody>
      </p:sp>
      <p:sp>
        <p:nvSpPr>
          <p:cNvPr id="393" name="Google Shape;393;g31af70f3d1e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1af70f3d1e_0_2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This animation shows how the convolution operation takes place. How a 3x3 kernel convolves over a 5x5 input image and produces the output by performing element-wise multiplication and summation.</a:t>
            </a:r>
          </a:p>
          <a:p>
            <a:pPr marL="0" lvl="0" indent="0" algn="l" rtl="0">
              <a:spcBef>
                <a:spcPts val="0"/>
              </a:spcBef>
              <a:spcAft>
                <a:spcPts val="0"/>
              </a:spcAft>
              <a:buNone/>
            </a:pPr>
            <a:endParaRPr dirty="0"/>
          </a:p>
        </p:txBody>
      </p:sp>
      <p:sp>
        <p:nvSpPr>
          <p:cNvPr id="426" name="Google Shape;426;g31af70f3d1e_0_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1af70f3d1e_0_2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And, this animation shows how pooling operation takes place. Now pooling can be done in many ways. One of the ways is max pooling represented on the left side and another is average pooling on the right side. In pooling a kernel passes through the input image and based on the type of pooling, produces the output. Incase of max pooling, it takes the highest value from the area covered by the kernel and in average pooling it takes the average.</a:t>
            </a:r>
            <a:endParaRPr dirty="0"/>
          </a:p>
        </p:txBody>
      </p:sp>
      <p:sp>
        <p:nvSpPr>
          <p:cNvPr id="443" name="Google Shape;443;g31af70f3d1e_0_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1af70f3d1e_0_2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Finally, the pooled feature map is flattened and passed on to the fully connected layers where the features are combined and classified into different categories.</a:t>
            </a:r>
            <a:endParaRPr dirty="0"/>
          </a:p>
        </p:txBody>
      </p:sp>
      <p:sp>
        <p:nvSpPr>
          <p:cNvPr id="459" name="Google Shape;459;g31af70f3d1e_0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1af70f3d1e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Now as I said, the difference between CNNs and QCNNs lies in how we construct these layers. In QCNNs we use quantum variational circuits to build these layers. For example the figure shows how convolution is happening in CNN and QCNN. Let us focus on the QCNN for the moment. The input image is first encoded to convert it to quantum bits, then passed through a quantum circuit made of different types of quantum gates like the I3 and </a:t>
            </a:r>
            <a:r>
              <a:rPr lang="en-US" sz="1200" b="0" i="0" u="none" strike="noStrike" cap="none" dirty="0" err="1">
                <a:solidFill>
                  <a:schemeClr val="dk1"/>
                </a:solidFill>
                <a:effectLst/>
                <a:latin typeface="Calibri"/>
                <a:ea typeface="Calibri"/>
                <a:cs typeface="Calibri"/>
                <a:sym typeface="Calibri"/>
              </a:rPr>
              <a:t>Ising</a:t>
            </a:r>
            <a:r>
              <a:rPr lang="en-US" sz="1200" b="0" i="0" u="none" strike="noStrike" cap="none" dirty="0">
                <a:solidFill>
                  <a:schemeClr val="dk1"/>
                </a:solidFill>
                <a:effectLst/>
                <a:latin typeface="Calibri"/>
                <a:ea typeface="Calibri"/>
                <a:cs typeface="Calibri"/>
                <a:sym typeface="Calibri"/>
              </a:rPr>
              <a:t> gate. The qubits are then measured and then the output is fed to the next layer having a similar structure but different organization of gates.</a:t>
            </a:r>
          </a:p>
          <a:p>
            <a:pPr marL="0" lvl="0" indent="0" algn="l" rtl="0">
              <a:spcBef>
                <a:spcPts val="0"/>
              </a:spcBef>
              <a:spcAft>
                <a:spcPts val="0"/>
              </a:spcAft>
              <a:buNone/>
            </a:pPr>
            <a:endParaRPr dirty="0"/>
          </a:p>
        </p:txBody>
      </p:sp>
      <p:sp>
        <p:nvSpPr>
          <p:cNvPr id="410" name="Google Shape;410;g31af70f3d1e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rtl="0" fontAlgn="base"/>
            <a:r>
              <a:rPr lang="en-US" sz="1200" b="0" i="0" u="none" strike="noStrike" cap="none" dirty="0">
                <a:solidFill>
                  <a:schemeClr val="dk1"/>
                </a:solidFill>
                <a:effectLst/>
                <a:latin typeface="Calibri"/>
                <a:ea typeface="Calibri"/>
                <a:cs typeface="Calibri"/>
                <a:sym typeface="Calibri"/>
              </a:rPr>
              <a:t>Now, though Classical CNNs are still State-of-the-art models for most of the computer vision tasks, they struggle in resource-constrained environments and when using smaller datasets. QCNNs can address these challenges with their computational efficiency.</a:t>
            </a:r>
          </a:p>
          <a:p>
            <a:pPr rtl="0"/>
            <a:r>
              <a:rPr lang="en-US" sz="1200" b="0" i="0" u="none" strike="noStrike" cap="none" dirty="0">
                <a:solidFill>
                  <a:schemeClr val="dk1"/>
                </a:solidFill>
                <a:effectLst/>
                <a:latin typeface="Calibri"/>
                <a:ea typeface="Calibri"/>
                <a:cs typeface="Calibri"/>
                <a:sym typeface="Calibri"/>
              </a:rPr>
              <a:t>So by this research we have tried to make an effort to simulate the QCNN models using </a:t>
            </a:r>
            <a:r>
              <a:rPr lang="en-US" sz="1200" b="0" i="0" u="none" strike="noStrike" cap="none" dirty="0" err="1">
                <a:solidFill>
                  <a:schemeClr val="dk1"/>
                </a:solidFill>
                <a:effectLst/>
                <a:latin typeface="Calibri"/>
                <a:ea typeface="Calibri"/>
                <a:cs typeface="Calibri"/>
                <a:sym typeface="Calibri"/>
              </a:rPr>
              <a:t>pennylane</a:t>
            </a:r>
            <a:r>
              <a:rPr lang="en-US" sz="1200" b="0" i="0" u="none" strike="noStrike" cap="none" dirty="0">
                <a:solidFill>
                  <a:schemeClr val="dk1"/>
                </a:solidFill>
                <a:effectLst/>
                <a:latin typeface="Calibri"/>
                <a:ea typeface="Calibri"/>
                <a:cs typeface="Calibri"/>
                <a:sym typeface="Calibri"/>
              </a:rPr>
              <a:t> framework and evaluate the simulated model’s </a:t>
            </a:r>
            <a:r>
              <a:rPr lang="en-US" sz="1200" b="0" i="0" u="none" strike="noStrike" cap="none" dirty="0" err="1">
                <a:solidFill>
                  <a:schemeClr val="dk1"/>
                </a:solidFill>
                <a:effectLst/>
                <a:latin typeface="Calibri"/>
                <a:ea typeface="Calibri"/>
                <a:cs typeface="Calibri"/>
                <a:sym typeface="Calibri"/>
              </a:rPr>
              <a:t>performace</a:t>
            </a:r>
            <a:r>
              <a:rPr lang="en-US" sz="1200" b="0" i="0" u="none" strike="noStrike" cap="none" dirty="0">
                <a:solidFill>
                  <a:schemeClr val="dk1"/>
                </a:solidFill>
                <a:effectLst/>
                <a:latin typeface="Calibri"/>
                <a:ea typeface="Calibri"/>
                <a:cs typeface="Calibri"/>
                <a:sym typeface="Calibri"/>
              </a:rPr>
              <a:t> on different datasets with varying resolution and class complexity and compare their accuracies to CNN when using fewer number of training samples.</a:t>
            </a:r>
            <a:endParaRPr lang="en-US" b="0" dirty="0">
              <a:effectLst/>
            </a:endParaRPr>
          </a:p>
          <a:p>
            <a:br>
              <a:rPr lang="en-US" dirty="0"/>
            </a:br>
            <a:endParaRPr dirty="0"/>
          </a:p>
        </p:txBody>
      </p:sp>
      <p:sp>
        <p:nvSpPr>
          <p:cNvPr id="476" name="Google Shape;47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1af70f3d1e_0_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The datasets used in the study were </a:t>
            </a:r>
            <a:r>
              <a:rPr lang="en-US" sz="1200" b="0" i="0" u="none" strike="noStrike" cap="none" dirty="0" err="1">
                <a:solidFill>
                  <a:schemeClr val="dk1"/>
                </a:solidFill>
                <a:effectLst/>
                <a:latin typeface="Calibri"/>
                <a:ea typeface="Calibri"/>
                <a:cs typeface="Calibri"/>
                <a:sym typeface="Calibri"/>
              </a:rPr>
              <a:t>scikit-learn’s</a:t>
            </a:r>
            <a:r>
              <a:rPr lang="en-US" sz="1200" b="0" i="0" u="none" strike="noStrike" cap="none" dirty="0">
                <a:solidFill>
                  <a:schemeClr val="dk1"/>
                </a:solidFill>
                <a:effectLst/>
                <a:latin typeface="Calibri"/>
                <a:ea typeface="Calibri"/>
                <a:cs typeface="Calibri"/>
                <a:sym typeface="Calibri"/>
              </a:rPr>
              <a:t> digits datasets which consists of 8x8 images of handwritten digits. MNIST dataset which is also handwritten digits but with a higher resolution of 28x28 and CIFAR-10 dataset which is a more complex dataset containing images of birds, animals, vehicles etc. and is having a dimension of 32x32. </a:t>
            </a:r>
          </a:p>
          <a:p>
            <a:pPr marL="0" lvl="0" indent="0" algn="l" rtl="0">
              <a:spcBef>
                <a:spcPts val="0"/>
              </a:spcBef>
              <a:spcAft>
                <a:spcPts val="0"/>
              </a:spcAft>
              <a:buNone/>
            </a:pPr>
            <a:endParaRPr dirty="0"/>
          </a:p>
        </p:txBody>
      </p:sp>
      <p:sp>
        <p:nvSpPr>
          <p:cNvPr id="491" name="Google Shape;491;g31af70f3d1e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However, mind you that to maintain uniformity. In some cases, the datasets were resized to 8x8 using average pooling and CIFAR-10 was resized as well as </a:t>
            </a:r>
            <a:r>
              <a:rPr lang="en-US" sz="1200" b="0" i="0" u="none" strike="noStrike" cap="none" dirty="0" err="1">
                <a:solidFill>
                  <a:schemeClr val="dk1"/>
                </a:solidFill>
                <a:effectLst/>
                <a:latin typeface="Calibri"/>
                <a:ea typeface="Calibri"/>
                <a:cs typeface="Calibri"/>
                <a:sym typeface="Calibri"/>
              </a:rPr>
              <a:t>grayscaled</a:t>
            </a:r>
            <a:r>
              <a:rPr lang="en-US" sz="1200" b="0" i="0" u="none" strike="noStrike" cap="none" dirty="0">
                <a:solidFill>
                  <a:schemeClr val="dk1"/>
                </a:solidFill>
                <a:effectLst/>
                <a:latin typeface="Calibri"/>
                <a:ea typeface="Calibri"/>
                <a:cs typeface="Calibri"/>
                <a:sym typeface="Calibri"/>
              </a:rPr>
              <a:t> in some cases. </a:t>
            </a:r>
            <a:endParaRPr dirty="0"/>
          </a:p>
        </p:txBody>
      </p:sp>
      <p:sp>
        <p:nvSpPr>
          <p:cNvPr id="512" name="Google Shape;51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Now, moving on to the experimental results,</a:t>
            </a:r>
          </a:p>
          <a:p>
            <a:pPr marL="0" lvl="0" indent="0" algn="l" rtl="0">
              <a:spcBef>
                <a:spcPts val="0"/>
              </a:spcBef>
              <a:spcAft>
                <a:spcPts val="0"/>
              </a:spcAft>
              <a:buNone/>
            </a:pPr>
            <a:endParaRPr dirty="0"/>
          </a:p>
        </p:txBody>
      </p:sp>
      <p:sp>
        <p:nvSpPr>
          <p:cNvPr id="533" name="Google Shape;53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1af70f3d1e_0_1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This graph summarizes </a:t>
            </a:r>
            <a:r>
              <a:rPr lang="en-US" sz="1200" b="0" i="0" u="none" strike="noStrike" cap="none">
                <a:solidFill>
                  <a:schemeClr val="dk1"/>
                </a:solidFill>
                <a:effectLst/>
                <a:latin typeface="Calibri"/>
                <a:ea typeface="Calibri"/>
                <a:cs typeface="Calibri"/>
                <a:sym typeface="Calibri"/>
              </a:rPr>
              <a:t>our results. </a:t>
            </a:r>
            <a:r>
              <a:rPr lang="en-US" sz="1200" b="0" i="0" u="none" strike="noStrike" cap="none" dirty="0">
                <a:solidFill>
                  <a:schemeClr val="dk1"/>
                </a:solidFill>
                <a:effectLst/>
                <a:latin typeface="Calibri"/>
                <a:ea typeface="Calibri"/>
                <a:cs typeface="Calibri"/>
                <a:sym typeface="Calibri"/>
              </a:rPr>
              <a:t>When we tested it on the simplest tasks like binary classification of lower resolution images. The simulated QCNN performed at a testing accuracy of 97% and 96% in the case of both the handwritten datasets with just 80 training samples. However with a slight increase in complexity the accuracies dropped to 51% in case of CIFAR-10 </a:t>
            </a:r>
            <a:r>
              <a:rPr lang="en-US" sz="1200" b="0" i="0" u="none" strike="noStrike" cap="none" dirty="0" err="1">
                <a:solidFill>
                  <a:schemeClr val="dk1"/>
                </a:solidFill>
                <a:effectLst/>
                <a:latin typeface="Calibri"/>
                <a:ea typeface="Calibri"/>
                <a:cs typeface="Calibri"/>
                <a:sym typeface="Calibri"/>
              </a:rPr>
              <a:t>grascaled</a:t>
            </a:r>
            <a:r>
              <a:rPr lang="en-US" sz="1200" b="0" i="0" u="none" strike="noStrike" cap="none" dirty="0">
                <a:solidFill>
                  <a:schemeClr val="dk1"/>
                </a:solidFill>
                <a:effectLst/>
                <a:latin typeface="Calibri"/>
                <a:ea typeface="Calibri"/>
                <a:cs typeface="Calibri"/>
                <a:sym typeface="Calibri"/>
              </a:rPr>
              <a:t> and downsized dataset. When increasing the complexity of the task at hand further, </a:t>
            </a:r>
            <a:r>
              <a:rPr lang="en-US" sz="1200" b="0" i="0" u="none" strike="noStrike" cap="none" dirty="0" err="1">
                <a:solidFill>
                  <a:schemeClr val="dk1"/>
                </a:solidFill>
                <a:effectLst/>
                <a:latin typeface="Calibri"/>
                <a:ea typeface="Calibri"/>
                <a:cs typeface="Calibri"/>
                <a:sym typeface="Calibri"/>
              </a:rPr>
              <a:t>i.e</a:t>
            </a:r>
            <a:r>
              <a:rPr lang="en-US" sz="1200" b="0" i="0" u="none" strike="noStrike" cap="none" dirty="0">
                <a:solidFill>
                  <a:schemeClr val="dk1"/>
                </a:solidFill>
                <a:effectLst/>
                <a:latin typeface="Calibri"/>
                <a:ea typeface="Calibri"/>
                <a:cs typeface="Calibri"/>
                <a:sym typeface="Calibri"/>
              </a:rPr>
              <a:t> by classifying into 10 classes rather than 2, the accuracy dropped sharply. As you can see in the blue bars. The downsized MNIST where the model performed at 96%, now performed at just 27% even when the training samples used were increased to 4000, whereas the accuracy of the model on CIFAR-10 downsized and </a:t>
            </a:r>
            <a:r>
              <a:rPr lang="en-US" sz="1200" b="0" i="0" u="none" strike="noStrike" cap="none" dirty="0" err="1">
                <a:solidFill>
                  <a:schemeClr val="dk1"/>
                </a:solidFill>
                <a:effectLst/>
                <a:latin typeface="Calibri"/>
                <a:ea typeface="Calibri"/>
                <a:cs typeface="Calibri"/>
                <a:sym typeface="Calibri"/>
              </a:rPr>
              <a:t>grayscaled</a:t>
            </a:r>
            <a:r>
              <a:rPr lang="en-US" sz="1200" b="0" i="0" u="none" strike="noStrike" cap="none" dirty="0">
                <a:solidFill>
                  <a:schemeClr val="dk1"/>
                </a:solidFill>
                <a:effectLst/>
                <a:latin typeface="Calibri"/>
                <a:ea typeface="Calibri"/>
                <a:cs typeface="Calibri"/>
                <a:sym typeface="Calibri"/>
              </a:rPr>
              <a:t> dataset dropped from 51% to just 14%. Increasing the complexity of the task further we tried to test the model on full sized MNIST images as well as downsized but </a:t>
            </a:r>
            <a:r>
              <a:rPr lang="en-US" sz="1200" b="0" i="0" u="none" strike="noStrike" cap="none" dirty="0" err="1">
                <a:solidFill>
                  <a:schemeClr val="dk1"/>
                </a:solidFill>
                <a:effectLst/>
                <a:latin typeface="Calibri"/>
                <a:ea typeface="Calibri"/>
                <a:cs typeface="Calibri"/>
                <a:sym typeface="Calibri"/>
              </a:rPr>
              <a:t>coloured</a:t>
            </a:r>
            <a:r>
              <a:rPr lang="en-US" sz="1200" b="0" i="0" u="none" strike="noStrike" cap="none" dirty="0">
                <a:solidFill>
                  <a:schemeClr val="dk1"/>
                </a:solidFill>
                <a:effectLst/>
                <a:latin typeface="Calibri"/>
                <a:ea typeface="Calibri"/>
                <a:cs typeface="Calibri"/>
                <a:sym typeface="Calibri"/>
              </a:rPr>
              <a:t> CIFAR-10 and as you can see, the accuracies were still very low. Also the time required to train this model increased as the dimension of the image increased because the number of qubits required to encode the image increased.</a:t>
            </a:r>
          </a:p>
          <a:p>
            <a:pPr marL="0" lvl="0" indent="0" algn="l" rtl="0">
              <a:spcBef>
                <a:spcPts val="0"/>
              </a:spcBef>
              <a:spcAft>
                <a:spcPts val="0"/>
              </a:spcAft>
              <a:buNone/>
            </a:pPr>
            <a:endParaRPr dirty="0"/>
          </a:p>
        </p:txBody>
      </p:sp>
      <p:sp>
        <p:nvSpPr>
          <p:cNvPr id="549" name="Google Shape;549;g31af70f3d1e_0_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rtl="0" fontAlgn="base"/>
            <a:r>
              <a:rPr lang="en-US" sz="1200" b="0" i="0" u="none" strike="noStrike" cap="none" dirty="0">
                <a:solidFill>
                  <a:schemeClr val="dk1"/>
                </a:solidFill>
                <a:effectLst/>
                <a:latin typeface="Calibri"/>
                <a:ea typeface="Calibri"/>
                <a:cs typeface="Calibri"/>
                <a:sym typeface="Calibri"/>
              </a:rPr>
              <a:t>The insights we gained through this research were that when simulating them, QCNNs excel in scenarios with low-resolution images and simple classification tasks. However, </a:t>
            </a:r>
          </a:p>
          <a:p>
            <a:pPr rtl="0"/>
            <a:r>
              <a:rPr lang="en-US" sz="1200" b="0" i="0" u="none" strike="noStrike" cap="none" dirty="0">
                <a:solidFill>
                  <a:schemeClr val="dk1"/>
                </a:solidFill>
                <a:effectLst/>
                <a:latin typeface="Calibri"/>
                <a:ea typeface="Calibri"/>
                <a:cs typeface="Calibri"/>
                <a:sym typeface="Calibri"/>
              </a:rPr>
              <a:t>Their performance is limited when dealing with high-resolution images or tasks with greater class diversity.</a:t>
            </a:r>
            <a:endParaRPr lang="en-US" b="0" dirty="0">
              <a:effectLst/>
            </a:endParaRPr>
          </a:p>
          <a:p>
            <a:br>
              <a:rPr lang="en-US" dirty="0"/>
            </a:br>
            <a:endParaRPr dirty="0"/>
          </a:p>
        </p:txBody>
      </p:sp>
      <p:sp>
        <p:nvSpPr>
          <p:cNvPr id="564" name="Google Shape;5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1af70f3d1e_0_1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rtl="0" fontAlgn="base"/>
            <a:r>
              <a:rPr lang="en-US" sz="1200" b="0" i="0" u="none" strike="noStrike" cap="none" dirty="0">
                <a:solidFill>
                  <a:schemeClr val="dk1"/>
                </a:solidFill>
                <a:effectLst/>
                <a:latin typeface="Calibri"/>
                <a:ea typeface="Calibri"/>
                <a:cs typeface="Calibri"/>
                <a:sym typeface="Calibri"/>
              </a:rPr>
              <a:t>So, To sum it all up, our research demonstrates the strengths of QCNNs in specific applications, particularly for smaller datasets and less complex tasks in a simulated environment.</a:t>
            </a:r>
          </a:p>
          <a:p>
            <a:pPr rtl="0"/>
            <a:r>
              <a:rPr lang="en-US" sz="1200" b="0" i="0" u="none" strike="noStrike" cap="none" dirty="0">
                <a:solidFill>
                  <a:schemeClr val="dk1"/>
                </a:solidFill>
                <a:effectLst/>
                <a:latin typeface="Calibri"/>
                <a:ea typeface="Calibri"/>
                <a:cs typeface="Calibri"/>
                <a:sym typeface="Calibri"/>
              </a:rPr>
              <a:t>Since quantum hardware is still very expensive and difficult to obtain, the results obtained would be more concrete if we could analyze the </a:t>
            </a:r>
            <a:r>
              <a:rPr lang="en-US" sz="1200" b="0" i="0" u="none" strike="noStrike" cap="none" dirty="0" err="1">
                <a:solidFill>
                  <a:schemeClr val="dk1"/>
                </a:solidFill>
                <a:effectLst/>
                <a:latin typeface="Calibri"/>
                <a:ea typeface="Calibri"/>
                <a:cs typeface="Calibri"/>
                <a:sym typeface="Calibri"/>
              </a:rPr>
              <a:t>behaviour</a:t>
            </a:r>
            <a:r>
              <a:rPr lang="en-US" sz="1200" b="0" i="0" u="none" strike="noStrike" cap="none" dirty="0">
                <a:solidFill>
                  <a:schemeClr val="dk1"/>
                </a:solidFill>
                <a:effectLst/>
                <a:latin typeface="Calibri"/>
                <a:ea typeface="Calibri"/>
                <a:cs typeface="Calibri"/>
                <a:sym typeface="Calibri"/>
              </a:rPr>
              <a:t> of the model using actual hardware rather than using simulations.  </a:t>
            </a:r>
            <a:endParaRPr lang="en-US" b="0" dirty="0">
              <a:effectLst/>
            </a:endParaRPr>
          </a:p>
          <a:p>
            <a:pPr rtl="0"/>
            <a:r>
              <a:rPr lang="en-US" sz="1200" b="0" i="0" u="none" strike="noStrike" cap="none" dirty="0">
                <a:solidFill>
                  <a:schemeClr val="dk1"/>
                </a:solidFill>
                <a:effectLst/>
                <a:latin typeface="Calibri"/>
                <a:ea typeface="Calibri"/>
                <a:cs typeface="Calibri"/>
                <a:sym typeface="Calibri"/>
              </a:rPr>
              <a:t>In summary, QCNNs have the potential to significantly impact the field of machine learning, but achieving their capabilities will require continued exploration and enhancement.</a:t>
            </a:r>
            <a:endParaRPr lang="en-US" b="0" dirty="0">
              <a:effectLst/>
            </a:endParaRPr>
          </a:p>
          <a:p>
            <a:br>
              <a:rPr lang="en-US" b="0" dirty="0">
                <a:effectLst/>
              </a:rPr>
            </a:br>
            <a:endParaRPr dirty="0"/>
          </a:p>
        </p:txBody>
      </p:sp>
      <p:sp>
        <p:nvSpPr>
          <p:cNvPr id="580" name="Google Shape;580;g31af70f3d1e_0_1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2"/>
          <p:cNvSpPr>
            <a:spLocks noGrp="1"/>
          </p:cNvSpPr>
          <p:nvPr>
            <p:ph type="pic" idx="2"/>
          </p:nvPr>
        </p:nvSpPr>
        <p:spPr>
          <a:xfrm>
            <a:off x="0" y="0"/>
            <a:ext cx="12192000" cy="6858000"/>
          </a:xfrm>
          <a:prstGeom prst="rect">
            <a:avLst/>
          </a:prstGeom>
          <a:noFill/>
          <a:ln>
            <a:noFill/>
          </a:ln>
        </p:spPr>
      </p:sp>
      <p:sp>
        <p:nvSpPr>
          <p:cNvPr id="17" name="Google Shape;17;p2"/>
          <p:cNvSpPr txBox="1">
            <a:spLocks noGrp="1"/>
          </p:cNvSpPr>
          <p:nvPr>
            <p:ph type="body" idx="1"/>
          </p:nvPr>
        </p:nvSpPr>
        <p:spPr>
          <a:xfrm>
            <a:off x="2284355" y="4687178"/>
            <a:ext cx="1598515"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 name="Google Shape;18;p2"/>
          <p:cNvSpPr txBox="1">
            <a:spLocks noGrp="1"/>
          </p:cNvSpPr>
          <p:nvPr>
            <p:ph type="body" idx="3"/>
          </p:nvPr>
        </p:nvSpPr>
        <p:spPr>
          <a:xfrm>
            <a:off x="3440172" y="1726672"/>
            <a:ext cx="1253665"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 name="Google Shape;19;p2"/>
          <p:cNvSpPr txBox="1">
            <a:spLocks noGrp="1"/>
          </p:cNvSpPr>
          <p:nvPr>
            <p:ph type="body" idx="4"/>
          </p:nvPr>
        </p:nvSpPr>
        <p:spPr>
          <a:xfrm>
            <a:off x="1903189" y="71740"/>
            <a:ext cx="1253665"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0" name="Google Shape;20;p2"/>
          <p:cNvSpPr txBox="1">
            <a:spLocks noGrp="1"/>
          </p:cNvSpPr>
          <p:nvPr>
            <p:ph type="body" idx="5"/>
          </p:nvPr>
        </p:nvSpPr>
        <p:spPr>
          <a:xfrm>
            <a:off x="629693" y="2858632"/>
            <a:ext cx="1253665"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 name="Google Shape;21;p2"/>
          <p:cNvSpPr txBox="1">
            <a:spLocks noGrp="1"/>
          </p:cNvSpPr>
          <p:nvPr>
            <p:ph type="ctrTitle"/>
          </p:nvPr>
        </p:nvSpPr>
        <p:spPr>
          <a:xfrm>
            <a:off x="2373216" y="3667946"/>
            <a:ext cx="9285382" cy="127785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6000"/>
              <a:buFont typeface="Arial"/>
              <a:buNone/>
              <a:defRPr sz="6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
          <p:cNvSpPr txBox="1">
            <a:spLocks noGrp="1"/>
          </p:cNvSpPr>
          <p:nvPr>
            <p:ph type="subTitle" idx="6"/>
          </p:nvPr>
        </p:nvSpPr>
        <p:spPr>
          <a:xfrm>
            <a:off x="7970418" y="5325276"/>
            <a:ext cx="3677297" cy="68209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chemeClr val="lt1"/>
              </a:buClr>
              <a:buSzPts val="2400"/>
              <a:buNone/>
              <a:defRPr sz="2400" cap="none"/>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cxnSp>
        <p:nvCxnSpPr>
          <p:cNvPr id="23" name="Google Shape;23;p2"/>
          <p:cNvCxnSpPr/>
          <p:nvPr/>
        </p:nvCxnSpPr>
        <p:spPr>
          <a:xfrm>
            <a:off x="4579559" y="5744231"/>
            <a:ext cx="0" cy="0"/>
          </a:xfrm>
          <a:prstGeom prst="straightConnector1">
            <a:avLst/>
          </a:prstGeom>
          <a:noFill/>
          <a:ln w="25400" cap="flat" cmpd="sng">
            <a:solidFill>
              <a:schemeClr val="accent1"/>
            </a:solidFill>
            <a:prstDash val="solid"/>
            <a:miter lim="800000"/>
            <a:headEnd type="none" w="sm" len="sm"/>
            <a:tailEnd type="none" w="sm" len="sm"/>
          </a:ln>
        </p:spPr>
      </p:cxnSp>
      <p:cxnSp>
        <p:nvCxnSpPr>
          <p:cNvPr id="24" name="Google Shape;24;p2"/>
          <p:cNvCxnSpPr/>
          <p:nvPr/>
        </p:nvCxnSpPr>
        <p:spPr>
          <a:xfrm>
            <a:off x="2536371" y="2017985"/>
            <a:ext cx="0" cy="1534320"/>
          </a:xfrm>
          <a:prstGeom prst="straightConnector1">
            <a:avLst/>
          </a:prstGeom>
          <a:noFill/>
          <a:ln w="19050" cap="flat" cmpd="sng">
            <a:solidFill>
              <a:schemeClr val="accent1"/>
            </a:solidFill>
            <a:prstDash val="solid"/>
            <a:miter lim="800000"/>
            <a:headEnd type="none" w="sm" len="sm"/>
            <a:tailEnd type="none" w="sm" len="sm"/>
          </a:ln>
        </p:spPr>
      </p:cxnSp>
      <p:cxnSp>
        <p:nvCxnSpPr>
          <p:cNvPr id="25" name="Google Shape;25;p2"/>
          <p:cNvCxnSpPr/>
          <p:nvPr/>
        </p:nvCxnSpPr>
        <p:spPr>
          <a:xfrm rot="10800000">
            <a:off x="4245428" y="5655432"/>
            <a:ext cx="3318888" cy="0"/>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pos="15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ix content">
  <p:cSld name="Six content">
    <p:spTree>
      <p:nvGrpSpPr>
        <p:cNvPr id="1" name="Shape 34"/>
        <p:cNvGrpSpPr/>
        <p:nvPr/>
      </p:nvGrpSpPr>
      <p:grpSpPr>
        <a:xfrm>
          <a:off x="0" y="0"/>
          <a:ext cx="0" cy="0"/>
          <a:chOff x="0" y="0"/>
          <a:chExt cx="0" cy="0"/>
        </a:xfrm>
      </p:grpSpPr>
      <p:sp>
        <p:nvSpPr>
          <p:cNvPr id="35" name="Google Shape;35;p4"/>
          <p:cNvSpPr txBox="1">
            <a:spLocks noGrp="1"/>
          </p:cNvSpPr>
          <p:nvPr>
            <p:ph type="body" idx="1"/>
          </p:nvPr>
        </p:nvSpPr>
        <p:spPr>
          <a:xfrm>
            <a:off x="1034186" y="2903538"/>
            <a:ext cx="3104198" cy="345475"/>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4"/>
          <p:cNvSpPr txBox="1">
            <a:spLocks noGrp="1"/>
          </p:cNvSpPr>
          <p:nvPr>
            <p:ph type="body" idx="2"/>
          </p:nvPr>
        </p:nvSpPr>
        <p:spPr>
          <a:xfrm>
            <a:off x="1034141" y="3249013"/>
            <a:ext cx="3103493" cy="866401"/>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7" name="Google Shape;37;p4"/>
          <p:cNvSpPr txBox="1">
            <a:spLocks noGrp="1"/>
          </p:cNvSpPr>
          <p:nvPr>
            <p:ph type="body" idx="3"/>
          </p:nvPr>
        </p:nvSpPr>
        <p:spPr>
          <a:xfrm>
            <a:off x="4641894" y="2903538"/>
            <a:ext cx="310419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8" name="Google Shape;38;p4"/>
          <p:cNvSpPr txBox="1">
            <a:spLocks noGrp="1"/>
          </p:cNvSpPr>
          <p:nvPr>
            <p:ph type="body" idx="4"/>
          </p:nvPr>
        </p:nvSpPr>
        <p:spPr>
          <a:xfrm>
            <a:off x="4642223" y="3249013"/>
            <a:ext cx="3103493" cy="866401"/>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9" name="Google Shape;39;p4"/>
          <p:cNvSpPr txBox="1">
            <a:spLocks noGrp="1"/>
          </p:cNvSpPr>
          <p:nvPr>
            <p:ph type="body" idx="5"/>
          </p:nvPr>
        </p:nvSpPr>
        <p:spPr>
          <a:xfrm>
            <a:off x="8249601" y="2903538"/>
            <a:ext cx="310419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0" name="Google Shape;40;p4"/>
          <p:cNvSpPr txBox="1">
            <a:spLocks noGrp="1"/>
          </p:cNvSpPr>
          <p:nvPr>
            <p:ph type="body" idx="6"/>
          </p:nvPr>
        </p:nvSpPr>
        <p:spPr>
          <a:xfrm>
            <a:off x="8250305" y="3249013"/>
            <a:ext cx="3103493" cy="866401"/>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1" name="Google Shape;41;p4"/>
          <p:cNvSpPr txBox="1">
            <a:spLocks noGrp="1"/>
          </p:cNvSpPr>
          <p:nvPr>
            <p:ph type="title"/>
          </p:nvPr>
        </p:nvSpPr>
        <p:spPr>
          <a:xfrm>
            <a:off x="1034142" y="1110286"/>
            <a:ext cx="10515600" cy="924808"/>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4"/>
          <p:cNvSpPr txBox="1">
            <a:spLocks noGrp="1"/>
          </p:cNvSpPr>
          <p:nvPr>
            <p:ph type="body" idx="7"/>
          </p:nvPr>
        </p:nvSpPr>
        <p:spPr>
          <a:xfrm>
            <a:off x="1033811" y="4551950"/>
            <a:ext cx="310419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4"/>
          <p:cNvSpPr txBox="1">
            <a:spLocks noGrp="1"/>
          </p:cNvSpPr>
          <p:nvPr>
            <p:ph type="body" idx="8"/>
          </p:nvPr>
        </p:nvSpPr>
        <p:spPr>
          <a:xfrm>
            <a:off x="1033766" y="4897425"/>
            <a:ext cx="3103493" cy="866401"/>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4"/>
          <p:cNvSpPr txBox="1">
            <a:spLocks noGrp="1"/>
          </p:cNvSpPr>
          <p:nvPr>
            <p:ph type="body" idx="9"/>
          </p:nvPr>
        </p:nvSpPr>
        <p:spPr>
          <a:xfrm>
            <a:off x="4641519" y="4551950"/>
            <a:ext cx="310419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4"/>
          <p:cNvSpPr txBox="1">
            <a:spLocks noGrp="1"/>
          </p:cNvSpPr>
          <p:nvPr>
            <p:ph type="body" idx="13"/>
          </p:nvPr>
        </p:nvSpPr>
        <p:spPr>
          <a:xfrm>
            <a:off x="4641848" y="4897425"/>
            <a:ext cx="3103493" cy="866401"/>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4"/>
          <p:cNvSpPr txBox="1">
            <a:spLocks noGrp="1"/>
          </p:cNvSpPr>
          <p:nvPr>
            <p:ph type="body" idx="14"/>
          </p:nvPr>
        </p:nvSpPr>
        <p:spPr>
          <a:xfrm>
            <a:off x="8249226" y="4551950"/>
            <a:ext cx="310419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4"/>
          <p:cNvSpPr txBox="1">
            <a:spLocks noGrp="1"/>
          </p:cNvSpPr>
          <p:nvPr>
            <p:ph type="body" idx="15"/>
          </p:nvPr>
        </p:nvSpPr>
        <p:spPr>
          <a:xfrm>
            <a:off x="8249930" y="4897425"/>
            <a:ext cx="3103493" cy="866401"/>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51" name="Google Shape;51;p4"/>
          <p:cNvCxnSpPr/>
          <p:nvPr/>
        </p:nvCxnSpPr>
        <p:spPr>
          <a:xfrm>
            <a:off x="1121228" y="0"/>
            <a:ext cx="0" cy="1110286"/>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Image, and 3 content">
  <p:cSld name="Title, Image, and 3 content">
    <p:spTree>
      <p:nvGrpSpPr>
        <p:cNvPr id="1" name="Shape 52"/>
        <p:cNvGrpSpPr/>
        <p:nvPr/>
      </p:nvGrpSpPr>
      <p:grpSpPr>
        <a:xfrm>
          <a:off x="0" y="0"/>
          <a:ext cx="0" cy="0"/>
          <a:chOff x="0" y="0"/>
          <a:chExt cx="0" cy="0"/>
        </a:xfrm>
      </p:grpSpPr>
      <p:sp>
        <p:nvSpPr>
          <p:cNvPr id="53" name="Google Shape;53;p5"/>
          <p:cNvSpPr>
            <a:spLocks noGrp="1"/>
          </p:cNvSpPr>
          <p:nvPr>
            <p:ph type="pic" idx="2"/>
          </p:nvPr>
        </p:nvSpPr>
        <p:spPr>
          <a:xfrm>
            <a:off x="2" y="0"/>
            <a:ext cx="6694955" cy="6858000"/>
          </a:xfrm>
          <a:prstGeom prst="rect">
            <a:avLst/>
          </a:prstGeom>
          <a:noFill/>
          <a:ln>
            <a:noFill/>
          </a:ln>
        </p:spPr>
      </p:sp>
      <p:sp>
        <p:nvSpPr>
          <p:cNvPr id="54" name="Google Shape;54;p5"/>
          <p:cNvSpPr txBox="1">
            <a:spLocks noGrp="1"/>
          </p:cNvSpPr>
          <p:nvPr>
            <p:ph type="body" idx="1"/>
          </p:nvPr>
        </p:nvSpPr>
        <p:spPr>
          <a:xfrm>
            <a:off x="6144768" y="2069658"/>
            <a:ext cx="5042568" cy="345476"/>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5" name="Google Shape;55;p5"/>
          <p:cNvSpPr txBox="1">
            <a:spLocks noGrp="1"/>
          </p:cNvSpPr>
          <p:nvPr>
            <p:ph type="body" idx="3"/>
          </p:nvPr>
        </p:nvSpPr>
        <p:spPr>
          <a:xfrm>
            <a:off x="6144768" y="2415134"/>
            <a:ext cx="5041422"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6" name="Google Shape;56;p5"/>
          <p:cNvSpPr txBox="1">
            <a:spLocks noGrp="1"/>
          </p:cNvSpPr>
          <p:nvPr>
            <p:ph type="title"/>
          </p:nvPr>
        </p:nvSpPr>
        <p:spPr>
          <a:xfrm>
            <a:off x="6971633" y="690928"/>
            <a:ext cx="4501910" cy="732282"/>
          </a:xfrm>
          <a:prstGeom prst="rect">
            <a:avLst/>
          </a:prstGeom>
          <a:noFill/>
          <a:ln>
            <a:noFill/>
          </a:ln>
        </p:spPr>
        <p:txBody>
          <a:bodyPr spcFirstLastPara="1" wrap="square" lIns="0" tIns="45700" rIns="91425" bIns="45700" anchor="b"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5"/>
          <p:cNvSpPr txBox="1">
            <a:spLocks noGrp="1"/>
          </p:cNvSpPr>
          <p:nvPr>
            <p:ph type="body" idx="4"/>
          </p:nvPr>
        </p:nvSpPr>
        <p:spPr>
          <a:xfrm>
            <a:off x="5300006" y="3587638"/>
            <a:ext cx="504256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1" name="Google Shape;61;p5"/>
          <p:cNvSpPr txBox="1">
            <a:spLocks noGrp="1"/>
          </p:cNvSpPr>
          <p:nvPr>
            <p:ph type="body" idx="5"/>
          </p:nvPr>
        </p:nvSpPr>
        <p:spPr>
          <a:xfrm>
            <a:off x="5300007" y="3933114"/>
            <a:ext cx="5041422"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2" name="Google Shape;62;p5"/>
          <p:cNvSpPr txBox="1">
            <a:spLocks noGrp="1"/>
          </p:cNvSpPr>
          <p:nvPr>
            <p:ph type="body" idx="6"/>
          </p:nvPr>
        </p:nvSpPr>
        <p:spPr>
          <a:xfrm>
            <a:off x="4398264" y="5105618"/>
            <a:ext cx="504256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3" name="Google Shape;63;p5"/>
          <p:cNvSpPr txBox="1">
            <a:spLocks noGrp="1"/>
          </p:cNvSpPr>
          <p:nvPr>
            <p:ph type="body" idx="7"/>
          </p:nvPr>
        </p:nvSpPr>
        <p:spPr>
          <a:xfrm>
            <a:off x="4398264" y="5451094"/>
            <a:ext cx="5041422"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1 column">
  <p:cSld name="Content 1 column">
    <p:spTree>
      <p:nvGrpSpPr>
        <p:cNvPr id="1" name="Shape 64"/>
        <p:cNvGrpSpPr/>
        <p:nvPr/>
      </p:nvGrpSpPr>
      <p:grpSpPr>
        <a:xfrm>
          <a:off x="0" y="0"/>
          <a:ext cx="0" cy="0"/>
          <a:chOff x="0" y="0"/>
          <a:chExt cx="0" cy="0"/>
        </a:xfrm>
      </p:grpSpPr>
      <p:sp>
        <p:nvSpPr>
          <p:cNvPr id="65" name="Google Shape;65;p6"/>
          <p:cNvSpPr txBox="1">
            <a:spLocks noGrp="1"/>
          </p:cNvSpPr>
          <p:nvPr>
            <p:ph type="body" idx="1"/>
          </p:nvPr>
        </p:nvSpPr>
        <p:spPr>
          <a:xfrm>
            <a:off x="4450921" y="2145859"/>
            <a:ext cx="5042568" cy="345473"/>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6" name="Google Shape;66;p6"/>
          <p:cNvSpPr txBox="1">
            <a:spLocks noGrp="1"/>
          </p:cNvSpPr>
          <p:nvPr>
            <p:ph type="body" idx="2"/>
          </p:nvPr>
        </p:nvSpPr>
        <p:spPr>
          <a:xfrm>
            <a:off x="4450922" y="2491335"/>
            <a:ext cx="5041422"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7" name="Google Shape;67;p6"/>
          <p:cNvSpPr txBox="1">
            <a:spLocks noGrp="1"/>
          </p:cNvSpPr>
          <p:nvPr>
            <p:ph type="title"/>
          </p:nvPr>
        </p:nvSpPr>
        <p:spPr>
          <a:xfrm>
            <a:off x="1034142" y="419184"/>
            <a:ext cx="2362200" cy="1110286"/>
          </a:xfrm>
          <a:prstGeom prst="rect">
            <a:avLst/>
          </a:prstGeom>
          <a:noFill/>
          <a:ln>
            <a:noFill/>
          </a:ln>
        </p:spPr>
        <p:txBody>
          <a:bodyPr spcFirstLastPara="1" wrap="square" lIns="0" tIns="45700" rIns="91425" bIns="45700" anchor="b"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1" name="Google Shape;71;p6"/>
          <p:cNvSpPr txBox="1">
            <a:spLocks noGrp="1"/>
          </p:cNvSpPr>
          <p:nvPr>
            <p:ph type="body" idx="3"/>
          </p:nvPr>
        </p:nvSpPr>
        <p:spPr>
          <a:xfrm>
            <a:off x="4450921" y="3198051"/>
            <a:ext cx="504256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2" name="Google Shape;72;p6"/>
          <p:cNvSpPr txBox="1">
            <a:spLocks noGrp="1"/>
          </p:cNvSpPr>
          <p:nvPr>
            <p:ph type="body" idx="4"/>
          </p:nvPr>
        </p:nvSpPr>
        <p:spPr>
          <a:xfrm>
            <a:off x="4450922" y="3543527"/>
            <a:ext cx="5041422"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3" name="Google Shape;73;p6"/>
          <p:cNvSpPr txBox="1">
            <a:spLocks noGrp="1"/>
          </p:cNvSpPr>
          <p:nvPr>
            <p:ph type="body" idx="5"/>
          </p:nvPr>
        </p:nvSpPr>
        <p:spPr>
          <a:xfrm>
            <a:off x="4450921" y="5302434"/>
            <a:ext cx="504256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6"/>
          <p:cNvSpPr txBox="1">
            <a:spLocks noGrp="1"/>
          </p:cNvSpPr>
          <p:nvPr>
            <p:ph type="body" idx="6"/>
          </p:nvPr>
        </p:nvSpPr>
        <p:spPr>
          <a:xfrm>
            <a:off x="4450922" y="5647910"/>
            <a:ext cx="5041422"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5" name="Google Shape;75;p6"/>
          <p:cNvSpPr txBox="1">
            <a:spLocks noGrp="1"/>
          </p:cNvSpPr>
          <p:nvPr>
            <p:ph type="body" idx="7"/>
          </p:nvPr>
        </p:nvSpPr>
        <p:spPr>
          <a:xfrm>
            <a:off x="4450921" y="4250243"/>
            <a:ext cx="5042568"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6" name="Google Shape;76;p6"/>
          <p:cNvSpPr txBox="1">
            <a:spLocks noGrp="1"/>
          </p:cNvSpPr>
          <p:nvPr>
            <p:ph type="body" idx="8"/>
          </p:nvPr>
        </p:nvSpPr>
        <p:spPr>
          <a:xfrm>
            <a:off x="4450922" y="4595719"/>
            <a:ext cx="5041422"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77" name="Google Shape;77;p6"/>
          <p:cNvCxnSpPr/>
          <p:nvPr/>
        </p:nvCxnSpPr>
        <p:spPr>
          <a:xfrm>
            <a:off x="3766456" y="-16561"/>
            <a:ext cx="0" cy="6874561"/>
          </a:xfrm>
          <a:prstGeom prst="straightConnector1">
            <a:avLst/>
          </a:prstGeom>
          <a:noFill/>
          <a:ln w="19050" cap="flat" cmpd="sng">
            <a:solidFill>
              <a:schemeClr val="accent1"/>
            </a:solidFill>
            <a:prstDash val="solid"/>
            <a:miter lim="800000"/>
            <a:headEnd type="none" w="sm" len="sm"/>
            <a:tailEnd type="none" w="sm" len="sm"/>
          </a:ln>
        </p:spPr>
      </p:cxnSp>
      <p:cxnSp>
        <p:nvCxnSpPr>
          <p:cNvPr id="78" name="Google Shape;78;p6"/>
          <p:cNvCxnSpPr/>
          <p:nvPr/>
        </p:nvCxnSpPr>
        <p:spPr>
          <a:xfrm>
            <a:off x="-1" y="1676400"/>
            <a:ext cx="12191999" cy="0"/>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79"/>
        <p:cNvGrpSpPr/>
        <p:nvPr/>
      </p:nvGrpSpPr>
      <p:grpSpPr>
        <a:xfrm>
          <a:off x="0" y="0"/>
          <a:ext cx="0" cy="0"/>
          <a:chOff x="0" y="0"/>
          <a:chExt cx="0" cy="0"/>
        </a:xfrm>
      </p:grpSpPr>
      <p:sp>
        <p:nvSpPr>
          <p:cNvPr id="80" name="Google Shape;80;p7"/>
          <p:cNvSpPr txBox="1">
            <a:spLocks noGrp="1"/>
          </p:cNvSpPr>
          <p:nvPr>
            <p:ph type="body" idx="1"/>
          </p:nvPr>
        </p:nvSpPr>
        <p:spPr>
          <a:xfrm>
            <a:off x="914399" y="3354712"/>
            <a:ext cx="731520" cy="4572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FEFEFE"/>
              </a:buClr>
              <a:buSzPts val="1400"/>
              <a:buNone/>
              <a:defRPr sz="1400" b="1" cap="none">
                <a:solidFill>
                  <a:srgbClr val="FEFEFE"/>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1" name="Google Shape;81;p7"/>
          <p:cNvSpPr txBox="1">
            <a:spLocks noGrp="1"/>
          </p:cNvSpPr>
          <p:nvPr>
            <p:ph type="body" idx="2"/>
          </p:nvPr>
        </p:nvSpPr>
        <p:spPr>
          <a:xfrm>
            <a:off x="196596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2" name="Google Shape;82;p7"/>
          <p:cNvSpPr txBox="1">
            <a:spLocks noGrp="1"/>
          </p:cNvSpPr>
          <p:nvPr>
            <p:ph type="body" idx="3"/>
          </p:nvPr>
        </p:nvSpPr>
        <p:spPr>
          <a:xfrm>
            <a:off x="275388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3" name="Google Shape;83;p7"/>
          <p:cNvSpPr txBox="1">
            <a:spLocks noGrp="1"/>
          </p:cNvSpPr>
          <p:nvPr>
            <p:ph type="body" idx="4"/>
          </p:nvPr>
        </p:nvSpPr>
        <p:spPr>
          <a:xfrm>
            <a:off x="354180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4" name="Google Shape;84;p7"/>
          <p:cNvSpPr txBox="1">
            <a:spLocks noGrp="1"/>
          </p:cNvSpPr>
          <p:nvPr>
            <p:ph type="body" idx="5"/>
          </p:nvPr>
        </p:nvSpPr>
        <p:spPr>
          <a:xfrm>
            <a:off x="432972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5" name="Google Shape;85;p7"/>
          <p:cNvSpPr txBox="1">
            <a:spLocks noGrp="1"/>
          </p:cNvSpPr>
          <p:nvPr>
            <p:ph type="body" idx="6"/>
          </p:nvPr>
        </p:nvSpPr>
        <p:spPr>
          <a:xfrm>
            <a:off x="914400" y="4292468"/>
            <a:ext cx="731520" cy="4572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FEFEFE"/>
              </a:buClr>
              <a:buSzPts val="1400"/>
              <a:buNone/>
              <a:defRPr sz="1400" b="1" cap="none">
                <a:solidFill>
                  <a:srgbClr val="FEFEFE"/>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6" name="Google Shape;86;p7"/>
          <p:cNvSpPr txBox="1">
            <a:spLocks noGrp="1"/>
          </p:cNvSpPr>
          <p:nvPr>
            <p:ph type="body" idx="7"/>
          </p:nvPr>
        </p:nvSpPr>
        <p:spPr>
          <a:xfrm>
            <a:off x="511764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7" name="Google Shape;87;p7"/>
          <p:cNvSpPr txBox="1">
            <a:spLocks noGrp="1"/>
          </p:cNvSpPr>
          <p:nvPr>
            <p:ph type="body" idx="8"/>
          </p:nvPr>
        </p:nvSpPr>
        <p:spPr>
          <a:xfrm>
            <a:off x="590556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8" name="Google Shape;88;p7"/>
          <p:cNvSpPr txBox="1">
            <a:spLocks noGrp="1"/>
          </p:cNvSpPr>
          <p:nvPr>
            <p:ph type="body" idx="9"/>
          </p:nvPr>
        </p:nvSpPr>
        <p:spPr>
          <a:xfrm>
            <a:off x="669348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9" name="Google Shape;89;p7"/>
          <p:cNvSpPr txBox="1">
            <a:spLocks noGrp="1"/>
          </p:cNvSpPr>
          <p:nvPr>
            <p:ph type="body" idx="13"/>
          </p:nvPr>
        </p:nvSpPr>
        <p:spPr>
          <a:xfrm>
            <a:off x="905724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0" name="Google Shape;90;p7"/>
          <p:cNvSpPr txBox="1">
            <a:spLocks noGrp="1"/>
          </p:cNvSpPr>
          <p:nvPr>
            <p:ph type="body" idx="14"/>
          </p:nvPr>
        </p:nvSpPr>
        <p:spPr>
          <a:xfrm>
            <a:off x="748140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1" name="Google Shape;91;p7"/>
          <p:cNvSpPr txBox="1">
            <a:spLocks noGrp="1"/>
          </p:cNvSpPr>
          <p:nvPr>
            <p:ph type="body" idx="15"/>
          </p:nvPr>
        </p:nvSpPr>
        <p:spPr>
          <a:xfrm>
            <a:off x="826932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2" name="Google Shape;92;p7"/>
          <p:cNvSpPr txBox="1">
            <a:spLocks noGrp="1"/>
          </p:cNvSpPr>
          <p:nvPr>
            <p:ph type="body" idx="16"/>
          </p:nvPr>
        </p:nvSpPr>
        <p:spPr>
          <a:xfrm>
            <a:off x="9845160"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3" name="Google Shape;93;p7"/>
          <p:cNvSpPr txBox="1">
            <a:spLocks noGrp="1"/>
          </p:cNvSpPr>
          <p:nvPr>
            <p:ph type="body" idx="17"/>
          </p:nvPr>
        </p:nvSpPr>
        <p:spPr>
          <a:xfrm>
            <a:off x="10633085" y="350215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4" name="Google Shape;94;p7"/>
          <p:cNvSpPr txBox="1">
            <a:spLocks noGrp="1"/>
          </p:cNvSpPr>
          <p:nvPr>
            <p:ph type="body" idx="18"/>
          </p:nvPr>
        </p:nvSpPr>
        <p:spPr>
          <a:xfrm>
            <a:off x="1969915"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5" name="Google Shape;95;p7"/>
          <p:cNvSpPr txBox="1">
            <a:spLocks noGrp="1"/>
          </p:cNvSpPr>
          <p:nvPr>
            <p:ph type="body" idx="19"/>
          </p:nvPr>
        </p:nvSpPr>
        <p:spPr>
          <a:xfrm>
            <a:off x="2757602"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6" name="Google Shape;96;p7"/>
          <p:cNvSpPr txBox="1">
            <a:spLocks noGrp="1"/>
          </p:cNvSpPr>
          <p:nvPr>
            <p:ph type="body" idx="20"/>
          </p:nvPr>
        </p:nvSpPr>
        <p:spPr>
          <a:xfrm>
            <a:off x="3545289"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7" name="Google Shape;97;p7"/>
          <p:cNvSpPr txBox="1">
            <a:spLocks noGrp="1"/>
          </p:cNvSpPr>
          <p:nvPr>
            <p:ph type="body" idx="21"/>
          </p:nvPr>
        </p:nvSpPr>
        <p:spPr>
          <a:xfrm>
            <a:off x="4332976"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8" name="Google Shape;98;p7"/>
          <p:cNvSpPr txBox="1">
            <a:spLocks noGrp="1"/>
          </p:cNvSpPr>
          <p:nvPr>
            <p:ph type="body" idx="22"/>
          </p:nvPr>
        </p:nvSpPr>
        <p:spPr>
          <a:xfrm>
            <a:off x="5120663"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9" name="Google Shape;99;p7"/>
          <p:cNvSpPr txBox="1">
            <a:spLocks noGrp="1"/>
          </p:cNvSpPr>
          <p:nvPr>
            <p:ph type="body" idx="23"/>
          </p:nvPr>
        </p:nvSpPr>
        <p:spPr>
          <a:xfrm>
            <a:off x="5908350"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0" name="Google Shape;100;p7"/>
          <p:cNvSpPr txBox="1">
            <a:spLocks noGrp="1"/>
          </p:cNvSpPr>
          <p:nvPr>
            <p:ph type="body" idx="24"/>
          </p:nvPr>
        </p:nvSpPr>
        <p:spPr>
          <a:xfrm>
            <a:off x="6696037"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1" name="Google Shape;101;p7"/>
          <p:cNvSpPr txBox="1">
            <a:spLocks noGrp="1"/>
          </p:cNvSpPr>
          <p:nvPr>
            <p:ph type="body" idx="25"/>
          </p:nvPr>
        </p:nvSpPr>
        <p:spPr>
          <a:xfrm>
            <a:off x="9059098"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2" name="Google Shape;102;p7"/>
          <p:cNvSpPr txBox="1">
            <a:spLocks noGrp="1"/>
          </p:cNvSpPr>
          <p:nvPr>
            <p:ph type="body" idx="26"/>
          </p:nvPr>
        </p:nvSpPr>
        <p:spPr>
          <a:xfrm>
            <a:off x="7483724"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3" name="Google Shape;103;p7"/>
          <p:cNvSpPr txBox="1">
            <a:spLocks noGrp="1"/>
          </p:cNvSpPr>
          <p:nvPr>
            <p:ph type="body" idx="27"/>
          </p:nvPr>
        </p:nvSpPr>
        <p:spPr>
          <a:xfrm>
            <a:off x="8271411"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4" name="Google Shape;104;p7"/>
          <p:cNvSpPr txBox="1">
            <a:spLocks noGrp="1"/>
          </p:cNvSpPr>
          <p:nvPr>
            <p:ph type="body" idx="28"/>
          </p:nvPr>
        </p:nvSpPr>
        <p:spPr>
          <a:xfrm>
            <a:off x="9846785"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5" name="Google Shape;105;p7"/>
          <p:cNvSpPr txBox="1">
            <a:spLocks noGrp="1"/>
          </p:cNvSpPr>
          <p:nvPr>
            <p:ph type="body" idx="29"/>
          </p:nvPr>
        </p:nvSpPr>
        <p:spPr>
          <a:xfrm>
            <a:off x="10634472" y="442569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EFEFE"/>
              </a:buClr>
              <a:buSzPts val="1000"/>
              <a:buNone/>
              <a:defRPr sz="1000" cap="none">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6" name="Google Shape;106;p7"/>
          <p:cNvSpPr/>
          <p:nvPr/>
        </p:nvSpPr>
        <p:spPr>
          <a:xfrm>
            <a:off x="929640" y="4034785"/>
            <a:ext cx="10332720" cy="45719"/>
          </a:xfrm>
          <a:prstGeom prst="rect">
            <a:avLst/>
          </a:prstGeom>
          <a:solidFill>
            <a:srgbClr val="5FA12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EFEFE"/>
              </a:solidFill>
              <a:latin typeface="Arial"/>
              <a:ea typeface="Arial"/>
              <a:cs typeface="Arial"/>
              <a:sym typeface="Arial"/>
            </a:endParaRPr>
          </a:p>
        </p:txBody>
      </p:sp>
      <p:sp>
        <p:nvSpPr>
          <p:cNvPr id="107" name="Google Shape;107;p7"/>
          <p:cNvSpPr txBox="1">
            <a:spLocks noGrp="1"/>
          </p:cNvSpPr>
          <p:nvPr>
            <p:ph type="title"/>
          </p:nvPr>
        </p:nvSpPr>
        <p:spPr>
          <a:xfrm>
            <a:off x="1034142" y="670094"/>
            <a:ext cx="10134601" cy="924808"/>
          </a:xfrm>
          <a:prstGeom prst="rect">
            <a:avLst/>
          </a:prstGeom>
          <a:noFill/>
          <a:ln>
            <a:noFill/>
          </a:ln>
        </p:spPr>
        <p:txBody>
          <a:bodyPr spcFirstLastPara="1" wrap="square" lIns="0" tIns="45700" rIns="91425" bIns="45700" anchor="ctr" anchorCtr="0">
            <a:normAutofit/>
          </a:bodyPr>
          <a:lstStyle>
            <a:lvl1pPr lvl="0" algn="ctr">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with pic T">
  <p:cSld name="Title and Content with pic T">
    <p:spTree>
      <p:nvGrpSpPr>
        <p:cNvPr id="1" name="Shape 111"/>
        <p:cNvGrpSpPr/>
        <p:nvPr/>
      </p:nvGrpSpPr>
      <p:grpSpPr>
        <a:xfrm>
          <a:off x="0" y="0"/>
          <a:ext cx="0" cy="0"/>
          <a:chOff x="0" y="0"/>
          <a:chExt cx="0" cy="0"/>
        </a:xfrm>
      </p:grpSpPr>
      <p:sp>
        <p:nvSpPr>
          <p:cNvPr id="112" name="Google Shape;112;p8"/>
          <p:cNvSpPr>
            <a:spLocks noGrp="1"/>
          </p:cNvSpPr>
          <p:nvPr>
            <p:ph type="pic" idx="2"/>
          </p:nvPr>
        </p:nvSpPr>
        <p:spPr>
          <a:xfrm>
            <a:off x="1" y="-12700"/>
            <a:ext cx="7080595" cy="6870700"/>
          </a:xfrm>
          <a:prstGeom prst="rect">
            <a:avLst/>
          </a:prstGeom>
          <a:noFill/>
          <a:ln>
            <a:noFill/>
          </a:ln>
        </p:spPr>
      </p:sp>
      <p:sp>
        <p:nvSpPr>
          <p:cNvPr id="113" name="Google Shape;11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6" name="Google Shape;116;p8"/>
          <p:cNvSpPr txBox="1">
            <a:spLocks noGrp="1"/>
          </p:cNvSpPr>
          <p:nvPr>
            <p:ph type="title"/>
          </p:nvPr>
        </p:nvSpPr>
        <p:spPr>
          <a:xfrm>
            <a:off x="7543799" y="2318657"/>
            <a:ext cx="4203247" cy="1440996"/>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8"/>
          <p:cNvSpPr txBox="1">
            <a:spLocks noGrp="1"/>
          </p:cNvSpPr>
          <p:nvPr>
            <p:ph type="body" idx="1"/>
          </p:nvPr>
        </p:nvSpPr>
        <p:spPr>
          <a:xfrm>
            <a:off x="7543799" y="4147457"/>
            <a:ext cx="4203247" cy="1532165"/>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1"/>
              </a:buClr>
              <a:buSzPts val="1200"/>
              <a:buNone/>
              <a:defRPr sz="1200"/>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18" name="Google Shape;118;p8"/>
          <p:cNvCxnSpPr/>
          <p:nvPr/>
        </p:nvCxnSpPr>
        <p:spPr>
          <a:xfrm>
            <a:off x="-1" y="4376058"/>
            <a:ext cx="7053944" cy="0"/>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19"/>
        <p:cNvGrpSpPr/>
        <p:nvPr/>
      </p:nvGrpSpPr>
      <p:grpSpPr>
        <a:xfrm>
          <a:off x="0" y="0"/>
          <a:ext cx="0" cy="0"/>
          <a:chOff x="0" y="0"/>
          <a:chExt cx="0" cy="0"/>
        </a:xfrm>
      </p:grpSpPr>
      <p:sp>
        <p:nvSpPr>
          <p:cNvPr id="120" name="Google Shape;120;p9"/>
          <p:cNvSpPr>
            <a:spLocks noGrp="1"/>
          </p:cNvSpPr>
          <p:nvPr>
            <p:ph type="pic" idx="2"/>
          </p:nvPr>
        </p:nvSpPr>
        <p:spPr>
          <a:xfrm>
            <a:off x="0" y="0"/>
            <a:ext cx="12192000" cy="6858000"/>
          </a:xfrm>
          <a:prstGeom prst="rect">
            <a:avLst/>
          </a:prstGeom>
          <a:noFill/>
          <a:ln>
            <a:noFill/>
          </a:ln>
        </p:spPr>
      </p:sp>
      <p:sp>
        <p:nvSpPr>
          <p:cNvPr id="121" name="Google Shape;121;p9"/>
          <p:cNvSpPr txBox="1">
            <a:spLocks noGrp="1"/>
          </p:cNvSpPr>
          <p:nvPr>
            <p:ph type="body" idx="1"/>
          </p:nvPr>
        </p:nvSpPr>
        <p:spPr>
          <a:xfrm>
            <a:off x="3650085" y="4546575"/>
            <a:ext cx="1500624"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2" name="Google Shape;122;p9"/>
          <p:cNvSpPr txBox="1">
            <a:spLocks noGrp="1"/>
          </p:cNvSpPr>
          <p:nvPr>
            <p:ph type="body" idx="3"/>
          </p:nvPr>
        </p:nvSpPr>
        <p:spPr>
          <a:xfrm>
            <a:off x="2377374" y="2750392"/>
            <a:ext cx="1253665"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3" name="Google Shape;123;p9"/>
          <p:cNvSpPr txBox="1">
            <a:spLocks noGrp="1"/>
          </p:cNvSpPr>
          <p:nvPr>
            <p:ph type="body" idx="4"/>
          </p:nvPr>
        </p:nvSpPr>
        <p:spPr>
          <a:xfrm>
            <a:off x="442380" y="903514"/>
            <a:ext cx="1253665"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4" name="Google Shape;124;p9"/>
          <p:cNvSpPr txBox="1">
            <a:spLocks noGrp="1"/>
          </p:cNvSpPr>
          <p:nvPr>
            <p:ph type="body" idx="5"/>
          </p:nvPr>
        </p:nvSpPr>
        <p:spPr>
          <a:xfrm>
            <a:off x="2377374" y="897072"/>
            <a:ext cx="1253665" cy="16811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5500"/>
              <a:buNone/>
              <a:defRPr sz="15500" b="1">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5" name="Google Shape;125;p9"/>
          <p:cNvSpPr txBox="1">
            <a:spLocks noGrp="1"/>
          </p:cNvSpPr>
          <p:nvPr>
            <p:ph type="title"/>
          </p:nvPr>
        </p:nvSpPr>
        <p:spPr>
          <a:xfrm>
            <a:off x="5606143" y="5201920"/>
            <a:ext cx="5747657" cy="99250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800"/>
              <a:buFont typeface="Arial"/>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9"/>
          <p:cNvSpPr/>
          <p:nvPr/>
        </p:nvSpPr>
        <p:spPr>
          <a:xfrm>
            <a:off x="3565384" y="1857932"/>
            <a:ext cx="922101" cy="2445893"/>
          </a:xfrm>
          <a:custGeom>
            <a:avLst/>
            <a:gdLst/>
            <a:ahLst/>
            <a:cxnLst/>
            <a:rect l="l" t="t" r="r" b="b"/>
            <a:pathLst>
              <a:path w="922101" h="2332208" extrusionOk="0">
                <a:moveTo>
                  <a:pt x="922101" y="2332208"/>
                </a:moveTo>
                <a:lnTo>
                  <a:pt x="922101" y="1134894"/>
                </a:lnTo>
                <a:lnTo>
                  <a:pt x="922101" y="0"/>
                </a:lnTo>
                <a:lnTo>
                  <a:pt x="0" y="0"/>
                </a:lnTo>
              </a:path>
            </a:pathLst>
          </a:custGeom>
          <a:noFill/>
          <a:ln w="19050" cap="flat" cmpd="sng">
            <a:solidFill>
              <a:srgbClr val="C3EF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9"/>
          <p:cNvSpPr/>
          <p:nvPr/>
        </p:nvSpPr>
        <p:spPr>
          <a:xfrm>
            <a:off x="1845311" y="1857400"/>
            <a:ext cx="691575" cy="8866"/>
          </a:xfrm>
          <a:custGeom>
            <a:avLst/>
            <a:gdLst/>
            <a:ahLst/>
            <a:cxnLst/>
            <a:rect l="l" t="t" r="r" b="b"/>
            <a:pathLst>
              <a:path w="691575" h="8866" extrusionOk="0">
                <a:moveTo>
                  <a:pt x="691576" y="0"/>
                </a:moveTo>
                <a:lnTo>
                  <a:pt x="0" y="0"/>
                </a:lnTo>
              </a:path>
            </a:pathLst>
          </a:custGeom>
          <a:noFill/>
          <a:ln w="19050" cap="flat" cmpd="sng">
            <a:solidFill>
              <a:srgbClr val="C3EF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9"/>
          <p:cNvSpPr/>
          <p:nvPr/>
        </p:nvSpPr>
        <p:spPr>
          <a:xfrm>
            <a:off x="3565384" y="1857931"/>
            <a:ext cx="922101" cy="2573623"/>
          </a:xfrm>
          <a:custGeom>
            <a:avLst/>
            <a:gdLst/>
            <a:ahLst/>
            <a:cxnLst/>
            <a:rect l="l" t="t" r="r" b="b"/>
            <a:pathLst>
              <a:path w="922101" h="2332208" extrusionOk="0">
                <a:moveTo>
                  <a:pt x="922101" y="2332208"/>
                </a:moveTo>
                <a:lnTo>
                  <a:pt x="922101" y="1134894"/>
                </a:lnTo>
                <a:lnTo>
                  <a:pt x="922101" y="0"/>
                </a:lnTo>
                <a:lnTo>
                  <a:pt x="0" y="0"/>
                </a:lnTo>
              </a:path>
            </a:pathLst>
          </a:custGeom>
          <a:noFill/>
          <a:ln w="19050" cap="flat" cmpd="sng">
            <a:solidFill>
              <a:srgbClr val="C3EF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720">
          <p15:clr>
            <a:srgbClr val="FBAE40"/>
          </p15:clr>
        </p15:guide>
        <p15:guide id="2" orient="horz" pos="1584">
          <p15:clr>
            <a:srgbClr val="FBAE40"/>
          </p15:clr>
        </p15:guide>
        <p15:guide id="3" orient="horz" pos="27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icons, and content">
  <p:cSld name="Title, icons, and content">
    <p:spTree>
      <p:nvGrpSpPr>
        <p:cNvPr id="1" name="Shape 129"/>
        <p:cNvGrpSpPr/>
        <p:nvPr/>
      </p:nvGrpSpPr>
      <p:grpSpPr>
        <a:xfrm>
          <a:off x="0" y="0"/>
          <a:ext cx="0" cy="0"/>
          <a:chOff x="0" y="0"/>
          <a:chExt cx="0" cy="0"/>
        </a:xfrm>
      </p:grpSpPr>
      <p:sp>
        <p:nvSpPr>
          <p:cNvPr id="130" name="Google Shape;130;p10"/>
          <p:cNvSpPr txBox="1">
            <a:spLocks noGrp="1"/>
          </p:cNvSpPr>
          <p:nvPr>
            <p:ph type="body" idx="1"/>
          </p:nvPr>
        </p:nvSpPr>
        <p:spPr>
          <a:xfrm>
            <a:off x="1034142" y="3971432"/>
            <a:ext cx="2941600" cy="360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1" name="Google Shape;131;p10"/>
          <p:cNvSpPr txBox="1">
            <a:spLocks noGrp="1"/>
          </p:cNvSpPr>
          <p:nvPr>
            <p:ph type="body" idx="2"/>
          </p:nvPr>
        </p:nvSpPr>
        <p:spPr>
          <a:xfrm>
            <a:off x="1034142" y="4605832"/>
            <a:ext cx="2941600" cy="1141882"/>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FEFEFE"/>
              </a:buClr>
              <a:buSzPts val="1200"/>
              <a:buNone/>
              <a:defRPr sz="12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2" name="Google Shape;132;p10"/>
          <p:cNvSpPr>
            <a:spLocks noGrp="1"/>
          </p:cNvSpPr>
          <p:nvPr>
            <p:ph type="pic" idx="3"/>
          </p:nvPr>
        </p:nvSpPr>
        <p:spPr>
          <a:xfrm>
            <a:off x="1034142" y="3048000"/>
            <a:ext cx="769486" cy="769486"/>
          </a:xfrm>
          <a:prstGeom prst="rect">
            <a:avLst/>
          </a:prstGeom>
          <a:noFill/>
          <a:ln>
            <a:noFill/>
          </a:ln>
        </p:spPr>
      </p:sp>
      <p:sp>
        <p:nvSpPr>
          <p:cNvPr id="133" name="Google Shape;133;p10"/>
          <p:cNvSpPr txBox="1">
            <a:spLocks noGrp="1"/>
          </p:cNvSpPr>
          <p:nvPr>
            <p:ph type="title"/>
          </p:nvPr>
        </p:nvSpPr>
        <p:spPr>
          <a:xfrm>
            <a:off x="1034142" y="1110286"/>
            <a:ext cx="10515600" cy="924808"/>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34" name="Google Shape;134;p10"/>
          <p:cNvCxnSpPr/>
          <p:nvPr/>
        </p:nvCxnSpPr>
        <p:spPr>
          <a:xfrm>
            <a:off x="1121228" y="0"/>
            <a:ext cx="0" cy="1110286"/>
          </a:xfrm>
          <a:prstGeom prst="straightConnector1">
            <a:avLst/>
          </a:prstGeom>
          <a:noFill/>
          <a:ln w="19050" cap="flat" cmpd="sng">
            <a:solidFill>
              <a:schemeClr val="accent1"/>
            </a:solidFill>
            <a:prstDash val="solid"/>
            <a:miter lim="800000"/>
            <a:headEnd type="none" w="sm" len="sm"/>
            <a:tailEnd type="none" w="sm" len="sm"/>
          </a:ln>
        </p:spPr>
      </p:cxnSp>
      <p:sp>
        <p:nvSpPr>
          <p:cNvPr id="135" name="Google Shape;135;p10"/>
          <p:cNvSpPr txBox="1">
            <a:spLocks noGrp="1"/>
          </p:cNvSpPr>
          <p:nvPr>
            <p:ph type="body" idx="4"/>
          </p:nvPr>
        </p:nvSpPr>
        <p:spPr>
          <a:xfrm>
            <a:off x="4706975" y="3971432"/>
            <a:ext cx="2941600" cy="360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6" name="Google Shape;136;p10"/>
          <p:cNvSpPr txBox="1">
            <a:spLocks noGrp="1"/>
          </p:cNvSpPr>
          <p:nvPr>
            <p:ph type="body" idx="5"/>
          </p:nvPr>
        </p:nvSpPr>
        <p:spPr>
          <a:xfrm>
            <a:off x="4706975" y="4605832"/>
            <a:ext cx="2941600" cy="1141882"/>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FEFEFE"/>
              </a:buClr>
              <a:buSzPts val="1200"/>
              <a:buNone/>
              <a:defRPr sz="12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10"/>
          <p:cNvSpPr>
            <a:spLocks noGrp="1"/>
          </p:cNvSpPr>
          <p:nvPr>
            <p:ph type="pic" idx="6"/>
          </p:nvPr>
        </p:nvSpPr>
        <p:spPr>
          <a:xfrm>
            <a:off x="4706975" y="3048000"/>
            <a:ext cx="769486" cy="769486"/>
          </a:xfrm>
          <a:prstGeom prst="rect">
            <a:avLst/>
          </a:prstGeom>
          <a:noFill/>
          <a:ln>
            <a:noFill/>
          </a:ln>
        </p:spPr>
      </p:sp>
      <p:sp>
        <p:nvSpPr>
          <p:cNvPr id="138" name="Google Shape;138;p10"/>
          <p:cNvSpPr txBox="1">
            <a:spLocks noGrp="1"/>
          </p:cNvSpPr>
          <p:nvPr>
            <p:ph type="body" idx="7"/>
          </p:nvPr>
        </p:nvSpPr>
        <p:spPr>
          <a:xfrm>
            <a:off x="8412200" y="3971432"/>
            <a:ext cx="2941600" cy="360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9" name="Google Shape;139;p10"/>
          <p:cNvSpPr txBox="1">
            <a:spLocks noGrp="1"/>
          </p:cNvSpPr>
          <p:nvPr>
            <p:ph type="body" idx="8"/>
          </p:nvPr>
        </p:nvSpPr>
        <p:spPr>
          <a:xfrm>
            <a:off x="8412200" y="4605832"/>
            <a:ext cx="2941600" cy="1141882"/>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FEFEFE"/>
              </a:buClr>
              <a:buSzPts val="1200"/>
              <a:buNone/>
              <a:defRPr sz="12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0" name="Google Shape;140;p10"/>
          <p:cNvSpPr>
            <a:spLocks noGrp="1"/>
          </p:cNvSpPr>
          <p:nvPr>
            <p:ph type="pic" idx="9"/>
          </p:nvPr>
        </p:nvSpPr>
        <p:spPr>
          <a:xfrm>
            <a:off x="8412200" y="3048000"/>
            <a:ext cx="769486" cy="769486"/>
          </a:xfrm>
          <a:prstGeom prst="rect">
            <a:avLst/>
          </a:prstGeom>
          <a:noFill/>
          <a:ln>
            <a:noFill/>
          </a:ln>
        </p:spPr>
      </p:sp>
      <p:sp>
        <p:nvSpPr>
          <p:cNvPr id="141" name="Google Shape;14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nt with titles">
  <p:cSld name="3 Content with titles">
    <p:spTree>
      <p:nvGrpSpPr>
        <p:cNvPr id="1" name="Shape 144"/>
        <p:cNvGrpSpPr/>
        <p:nvPr/>
      </p:nvGrpSpPr>
      <p:grpSpPr>
        <a:xfrm>
          <a:off x="0" y="0"/>
          <a:ext cx="0" cy="0"/>
          <a:chOff x="0" y="0"/>
          <a:chExt cx="0" cy="0"/>
        </a:xfrm>
      </p:grpSpPr>
      <p:sp>
        <p:nvSpPr>
          <p:cNvPr id="145" name="Google Shape;145;p11"/>
          <p:cNvSpPr/>
          <p:nvPr/>
        </p:nvSpPr>
        <p:spPr>
          <a:xfrm>
            <a:off x="8412200" y="3195400"/>
            <a:ext cx="2941600" cy="508000"/>
          </a:xfrm>
          <a:prstGeom prst="rect">
            <a:avLst/>
          </a:prstGeom>
          <a:gradFill>
            <a:gsLst>
              <a:gs pos="0">
                <a:schemeClr val="accent1"/>
              </a:gs>
              <a:gs pos="800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11"/>
          <p:cNvSpPr/>
          <p:nvPr/>
        </p:nvSpPr>
        <p:spPr>
          <a:xfrm>
            <a:off x="1034142" y="3195400"/>
            <a:ext cx="2941600" cy="508000"/>
          </a:xfrm>
          <a:prstGeom prst="rect">
            <a:avLst/>
          </a:prstGeom>
          <a:gradFill>
            <a:gsLst>
              <a:gs pos="0">
                <a:schemeClr val="accent1"/>
              </a:gs>
              <a:gs pos="800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11"/>
          <p:cNvSpPr/>
          <p:nvPr/>
        </p:nvSpPr>
        <p:spPr>
          <a:xfrm>
            <a:off x="4706975" y="3195400"/>
            <a:ext cx="2941600" cy="508000"/>
          </a:xfrm>
          <a:prstGeom prst="rect">
            <a:avLst/>
          </a:prstGeom>
          <a:gradFill>
            <a:gsLst>
              <a:gs pos="0">
                <a:schemeClr val="accent1"/>
              </a:gs>
              <a:gs pos="800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11"/>
          <p:cNvSpPr txBox="1">
            <a:spLocks noGrp="1"/>
          </p:cNvSpPr>
          <p:nvPr>
            <p:ph type="body" idx="1"/>
          </p:nvPr>
        </p:nvSpPr>
        <p:spPr>
          <a:xfrm>
            <a:off x="1034142" y="3266159"/>
            <a:ext cx="2941600" cy="3600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Font typeface="Arial"/>
              <a:buNone/>
              <a:defRPr sz="1800" cap="none">
                <a:solidFill>
                  <a:schemeClr val="dk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9" name="Google Shape;149;p11"/>
          <p:cNvSpPr txBox="1">
            <a:spLocks noGrp="1"/>
          </p:cNvSpPr>
          <p:nvPr>
            <p:ph type="body" idx="2"/>
          </p:nvPr>
        </p:nvSpPr>
        <p:spPr>
          <a:xfrm>
            <a:off x="1034142" y="4117103"/>
            <a:ext cx="2941600" cy="1141882"/>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00"/>
              </a:spcBef>
              <a:spcAft>
                <a:spcPts val="0"/>
              </a:spcAft>
              <a:buClr>
                <a:srgbClr val="FEFEFE"/>
              </a:buClr>
              <a:buSzPts val="1200"/>
              <a:buNone/>
              <a:defRPr sz="12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0" name="Google Shape;150;p11"/>
          <p:cNvSpPr txBox="1">
            <a:spLocks noGrp="1"/>
          </p:cNvSpPr>
          <p:nvPr>
            <p:ph type="title"/>
          </p:nvPr>
        </p:nvSpPr>
        <p:spPr>
          <a:xfrm>
            <a:off x="1034142" y="1110286"/>
            <a:ext cx="10515600" cy="924808"/>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51" name="Google Shape;151;p11"/>
          <p:cNvCxnSpPr/>
          <p:nvPr/>
        </p:nvCxnSpPr>
        <p:spPr>
          <a:xfrm>
            <a:off x="1121228" y="0"/>
            <a:ext cx="0" cy="1110286"/>
          </a:xfrm>
          <a:prstGeom prst="straightConnector1">
            <a:avLst/>
          </a:prstGeom>
          <a:noFill/>
          <a:ln w="19050" cap="flat" cmpd="sng">
            <a:solidFill>
              <a:schemeClr val="accent1"/>
            </a:solidFill>
            <a:prstDash val="solid"/>
            <a:miter lim="800000"/>
            <a:headEnd type="none" w="sm" len="sm"/>
            <a:tailEnd type="none" w="sm" len="sm"/>
          </a:ln>
        </p:spPr>
      </p:cxnSp>
      <p:sp>
        <p:nvSpPr>
          <p:cNvPr id="152" name="Google Shape;152;p11"/>
          <p:cNvSpPr txBox="1">
            <a:spLocks noGrp="1"/>
          </p:cNvSpPr>
          <p:nvPr>
            <p:ph type="body" idx="3"/>
          </p:nvPr>
        </p:nvSpPr>
        <p:spPr>
          <a:xfrm>
            <a:off x="4706975" y="3266159"/>
            <a:ext cx="2941600" cy="3600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Font typeface="Arial"/>
              <a:buNone/>
              <a:defRPr sz="1800" cap="none">
                <a:solidFill>
                  <a:schemeClr val="dk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3" name="Google Shape;153;p11"/>
          <p:cNvSpPr txBox="1">
            <a:spLocks noGrp="1"/>
          </p:cNvSpPr>
          <p:nvPr>
            <p:ph type="body" idx="4"/>
          </p:nvPr>
        </p:nvSpPr>
        <p:spPr>
          <a:xfrm>
            <a:off x="4706975" y="4117103"/>
            <a:ext cx="2941600" cy="1141882"/>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00"/>
              </a:spcBef>
              <a:spcAft>
                <a:spcPts val="0"/>
              </a:spcAft>
              <a:buClr>
                <a:srgbClr val="FEFEFE"/>
              </a:buClr>
              <a:buSzPts val="1200"/>
              <a:buNone/>
              <a:defRPr sz="12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4" name="Google Shape;154;p11"/>
          <p:cNvSpPr txBox="1">
            <a:spLocks noGrp="1"/>
          </p:cNvSpPr>
          <p:nvPr>
            <p:ph type="body" idx="5"/>
          </p:nvPr>
        </p:nvSpPr>
        <p:spPr>
          <a:xfrm>
            <a:off x="8412200" y="3266159"/>
            <a:ext cx="2941600" cy="3600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Font typeface="Arial"/>
              <a:buNone/>
              <a:defRPr sz="1800" cap="none">
                <a:solidFill>
                  <a:schemeClr val="dk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5" name="Google Shape;155;p11"/>
          <p:cNvSpPr txBox="1">
            <a:spLocks noGrp="1"/>
          </p:cNvSpPr>
          <p:nvPr>
            <p:ph type="body" idx="6"/>
          </p:nvPr>
        </p:nvSpPr>
        <p:spPr>
          <a:xfrm>
            <a:off x="8412200" y="4117103"/>
            <a:ext cx="2941600" cy="1141882"/>
          </a:xfrm>
          <a:prstGeom prst="rect">
            <a:avLst/>
          </a:prstGeom>
          <a:noFill/>
          <a:ln>
            <a:noFill/>
          </a:ln>
        </p:spPr>
        <p:txBody>
          <a:bodyPr spcFirstLastPara="1" wrap="square" lIns="91425" tIns="45700" rIns="91425" bIns="45700" anchor="t" anchorCtr="0">
            <a:normAutofit/>
          </a:bodyPr>
          <a:lstStyle>
            <a:lvl1pPr marL="457200" lvl="0" indent="-228600" algn="ctr">
              <a:lnSpc>
                <a:spcPct val="150000"/>
              </a:lnSpc>
              <a:spcBef>
                <a:spcPts val="1000"/>
              </a:spcBef>
              <a:spcAft>
                <a:spcPts val="0"/>
              </a:spcAft>
              <a:buClr>
                <a:srgbClr val="FEFEFE"/>
              </a:buClr>
              <a:buSzPts val="1200"/>
              <a:buNone/>
              <a:defRPr sz="12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6" name="Google Shape;15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with titles">
  <p:cSld name="Two Content with titles">
    <p:spTree>
      <p:nvGrpSpPr>
        <p:cNvPr id="1" name="Shape 159"/>
        <p:cNvGrpSpPr/>
        <p:nvPr/>
      </p:nvGrpSpPr>
      <p:grpSpPr>
        <a:xfrm>
          <a:off x="0" y="0"/>
          <a:ext cx="0" cy="0"/>
          <a:chOff x="0" y="0"/>
          <a:chExt cx="0" cy="0"/>
        </a:xfrm>
      </p:grpSpPr>
      <p:sp>
        <p:nvSpPr>
          <p:cNvPr id="160" name="Google Shape;160;p12"/>
          <p:cNvSpPr txBox="1">
            <a:spLocks noGrp="1"/>
          </p:cNvSpPr>
          <p:nvPr>
            <p:ph type="body" idx="1"/>
          </p:nvPr>
        </p:nvSpPr>
        <p:spPr>
          <a:xfrm>
            <a:off x="838200" y="3429000"/>
            <a:ext cx="4114797" cy="2747962"/>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lt1"/>
              </a:buClr>
              <a:buSzPts val="1200"/>
              <a:buNone/>
              <a:defRPr sz="1200"/>
            </a:lvl1pPr>
            <a:lvl2pPr marL="914400" lvl="1" indent="-228600" algn="l">
              <a:lnSpc>
                <a:spcPct val="150000"/>
              </a:lnSpc>
              <a:spcBef>
                <a:spcPts val="500"/>
              </a:spcBef>
              <a:spcAft>
                <a:spcPts val="0"/>
              </a:spcAft>
              <a:buClr>
                <a:schemeClr val="lt1"/>
              </a:buClr>
              <a:buSzPts val="1200"/>
              <a:buNone/>
              <a:defRPr sz="1200"/>
            </a:lvl2pPr>
            <a:lvl3pPr marL="1371600" lvl="2" indent="-228600" algn="l">
              <a:lnSpc>
                <a:spcPct val="150000"/>
              </a:lnSpc>
              <a:spcBef>
                <a:spcPts val="500"/>
              </a:spcBef>
              <a:spcAft>
                <a:spcPts val="0"/>
              </a:spcAft>
              <a:buClr>
                <a:schemeClr val="lt1"/>
              </a:buClr>
              <a:buSzPts val="1200"/>
              <a:buNone/>
              <a:defRPr sz="1200"/>
            </a:lvl3pPr>
            <a:lvl4pPr marL="1828800" lvl="3" indent="-228600" algn="l">
              <a:lnSpc>
                <a:spcPct val="150000"/>
              </a:lnSpc>
              <a:spcBef>
                <a:spcPts val="500"/>
              </a:spcBef>
              <a:spcAft>
                <a:spcPts val="0"/>
              </a:spcAft>
              <a:buClr>
                <a:schemeClr val="lt1"/>
              </a:buClr>
              <a:buSzPts val="1200"/>
              <a:buNone/>
              <a:defRPr sz="1200"/>
            </a:lvl4pPr>
            <a:lvl5pPr marL="2286000" lvl="4" indent="-228600" algn="l">
              <a:lnSpc>
                <a:spcPct val="150000"/>
              </a:lnSpc>
              <a:spcBef>
                <a:spcPts val="500"/>
              </a:spcBef>
              <a:spcAft>
                <a:spcPts val="0"/>
              </a:spcAft>
              <a:buClr>
                <a:schemeClr val="lt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61" name="Google Shape;161;p12"/>
          <p:cNvSpPr txBox="1">
            <a:spLocks noGrp="1"/>
          </p:cNvSpPr>
          <p:nvPr>
            <p:ph type="body" idx="2"/>
          </p:nvPr>
        </p:nvSpPr>
        <p:spPr>
          <a:xfrm>
            <a:off x="7239003" y="3429000"/>
            <a:ext cx="4114797" cy="2747962"/>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lt1"/>
              </a:buClr>
              <a:buSzPts val="1200"/>
              <a:buNone/>
              <a:defRPr sz="1200"/>
            </a:lvl1pPr>
            <a:lvl2pPr marL="914400" lvl="1" indent="-228600" algn="l">
              <a:lnSpc>
                <a:spcPct val="150000"/>
              </a:lnSpc>
              <a:spcBef>
                <a:spcPts val="500"/>
              </a:spcBef>
              <a:spcAft>
                <a:spcPts val="0"/>
              </a:spcAft>
              <a:buClr>
                <a:schemeClr val="lt1"/>
              </a:buClr>
              <a:buSzPts val="1200"/>
              <a:buNone/>
              <a:defRPr sz="1200"/>
            </a:lvl2pPr>
            <a:lvl3pPr marL="1371600" lvl="2" indent="-228600" algn="l">
              <a:lnSpc>
                <a:spcPct val="150000"/>
              </a:lnSpc>
              <a:spcBef>
                <a:spcPts val="500"/>
              </a:spcBef>
              <a:spcAft>
                <a:spcPts val="0"/>
              </a:spcAft>
              <a:buClr>
                <a:schemeClr val="lt1"/>
              </a:buClr>
              <a:buSzPts val="1200"/>
              <a:buNone/>
              <a:defRPr sz="1200"/>
            </a:lvl3pPr>
            <a:lvl4pPr marL="1828800" lvl="3" indent="-228600" algn="l">
              <a:lnSpc>
                <a:spcPct val="150000"/>
              </a:lnSpc>
              <a:spcBef>
                <a:spcPts val="500"/>
              </a:spcBef>
              <a:spcAft>
                <a:spcPts val="0"/>
              </a:spcAft>
              <a:buClr>
                <a:schemeClr val="lt1"/>
              </a:buClr>
              <a:buSzPts val="1200"/>
              <a:buNone/>
              <a:defRPr sz="1200"/>
            </a:lvl4pPr>
            <a:lvl5pPr marL="2286000" lvl="4" indent="-228600" algn="l">
              <a:lnSpc>
                <a:spcPct val="150000"/>
              </a:lnSpc>
              <a:spcBef>
                <a:spcPts val="500"/>
              </a:spcBef>
              <a:spcAft>
                <a:spcPts val="0"/>
              </a:spcAft>
              <a:buClr>
                <a:schemeClr val="lt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62" name="Google Shape;1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12"/>
          <p:cNvSpPr txBox="1">
            <a:spLocks noGrp="1"/>
          </p:cNvSpPr>
          <p:nvPr>
            <p:ph type="sldNum" idx="12"/>
          </p:nvPr>
        </p:nvSpPr>
        <p:spPr>
          <a:xfrm>
            <a:off x="10477500" y="6356350"/>
            <a:ext cx="8763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4" name="Google Shape;164;p12"/>
          <p:cNvSpPr txBox="1">
            <a:spLocks noGrp="1"/>
          </p:cNvSpPr>
          <p:nvPr>
            <p:ph type="title"/>
          </p:nvPr>
        </p:nvSpPr>
        <p:spPr>
          <a:xfrm>
            <a:off x="1034142" y="670094"/>
            <a:ext cx="10134601" cy="924808"/>
          </a:xfrm>
          <a:prstGeom prst="rect">
            <a:avLst/>
          </a:prstGeom>
          <a:noFill/>
          <a:ln>
            <a:noFill/>
          </a:ln>
        </p:spPr>
        <p:txBody>
          <a:bodyPr spcFirstLastPara="1" wrap="square" lIns="0" tIns="45700" rIns="91425" bIns="45700" anchor="ctr" anchorCtr="0">
            <a:normAutofit/>
          </a:bodyPr>
          <a:lstStyle>
            <a:lvl1pPr lvl="0" algn="ctr">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5" name="Google Shape;165;p12"/>
          <p:cNvCxnSpPr/>
          <p:nvPr/>
        </p:nvCxnSpPr>
        <p:spPr>
          <a:xfrm>
            <a:off x="6096000" y="2603500"/>
            <a:ext cx="0" cy="4254500"/>
          </a:xfrm>
          <a:prstGeom prst="straightConnector1">
            <a:avLst/>
          </a:prstGeom>
          <a:noFill/>
          <a:ln w="19050" cap="flat" cmpd="sng">
            <a:solidFill>
              <a:schemeClr val="accent1"/>
            </a:solidFill>
            <a:prstDash val="solid"/>
            <a:miter lim="800000"/>
            <a:headEnd type="none" w="sm" len="sm"/>
            <a:tailEnd type="none" w="sm" len="sm"/>
          </a:ln>
        </p:spPr>
      </p:cxnSp>
      <p:sp>
        <p:nvSpPr>
          <p:cNvPr id="166" name="Google Shape;166;p12"/>
          <p:cNvSpPr/>
          <p:nvPr/>
        </p:nvSpPr>
        <p:spPr>
          <a:xfrm>
            <a:off x="0" y="2324100"/>
            <a:ext cx="12192000" cy="633411"/>
          </a:xfrm>
          <a:prstGeom prst="rect">
            <a:avLst/>
          </a:prstGeom>
          <a:gradFill>
            <a:gsLst>
              <a:gs pos="0">
                <a:schemeClr val="accent1"/>
              </a:gs>
              <a:gs pos="100000">
                <a:schemeClr val="accent2"/>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2"/>
          <p:cNvSpPr txBox="1">
            <a:spLocks noGrp="1"/>
          </p:cNvSpPr>
          <p:nvPr>
            <p:ph type="body" idx="3"/>
          </p:nvPr>
        </p:nvSpPr>
        <p:spPr>
          <a:xfrm>
            <a:off x="838201" y="2413000"/>
            <a:ext cx="4114795" cy="4937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None/>
              <a:defRPr sz="1800" cap="none">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68" name="Google Shape;168;p12"/>
          <p:cNvSpPr txBox="1">
            <a:spLocks noGrp="1"/>
          </p:cNvSpPr>
          <p:nvPr>
            <p:ph type="body" idx="4"/>
          </p:nvPr>
        </p:nvSpPr>
        <p:spPr>
          <a:xfrm>
            <a:off x="7239003" y="2413000"/>
            <a:ext cx="4114797" cy="4937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None/>
              <a:defRPr sz="1800" cap="none">
                <a:solidFill>
                  <a:schemeClr val="dk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69" name="Google Shape;169;p12"/>
          <p:cNvSpPr txBox="1">
            <a:spLocks noGrp="1"/>
          </p:cNvSpPr>
          <p:nvPr>
            <p:ph type="ftr" idx="11"/>
          </p:nvPr>
        </p:nvSpPr>
        <p:spPr>
          <a:xfrm>
            <a:off x="7239002" y="6356350"/>
            <a:ext cx="30384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am - 4 up">
  <p:cSld name="Team - 4 up">
    <p:spTree>
      <p:nvGrpSpPr>
        <p:cNvPr id="1" name="Shape 170"/>
        <p:cNvGrpSpPr/>
        <p:nvPr/>
      </p:nvGrpSpPr>
      <p:grpSpPr>
        <a:xfrm>
          <a:off x="0" y="0"/>
          <a:ext cx="0" cy="0"/>
          <a:chOff x="0" y="0"/>
          <a:chExt cx="0" cy="0"/>
        </a:xfrm>
      </p:grpSpPr>
      <p:sp>
        <p:nvSpPr>
          <p:cNvPr id="171" name="Google Shape;171;p13"/>
          <p:cNvSpPr>
            <a:spLocks noGrp="1"/>
          </p:cNvSpPr>
          <p:nvPr>
            <p:ph type="pic" idx="2"/>
          </p:nvPr>
        </p:nvSpPr>
        <p:spPr>
          <a:xfrm>
            <a:off x="8804817" y="2233881"/>
            <a:ext cx="3387182" cy="2390238"/>
          </a:xfrm>
          <a:prstGeom prst="rect">
            <a:avLst/>
          </a:prstGeom>
          <a:noFill/>
          <a:ln>
            <a:noFill/>
          </a:ln>
        </p:spPr>
      </p:sp>
      <p:sp>
        <p:nvSpPr>
          <p:cNvPr id="172" name="Google Shape;172;p13"/>
          <p:cNvSpPr>
            <a:spLocks noGrp="1"/>
          </p:cNvSpPr>
          <p:nvPr>
            <p:ph type="pic" idx="3"/>
          </p:nvPr>
        </p:nvSpPr>
        <p:spPr>
          <a:xfrm>
            <a:off x="5690016" y="2233881"/>
            <a:ext cx="3917851" cy="2390238"/>
          </a:xfrm>
          <a:prstGeom prst="rect">
            <a:avLst/>
          </a:prstGeom>
          <a:noFill/>
          <a:ln>
            <a:noFill/>
          </a:ln>
        </p:spPr>
      </p:sp>
      <p:sp>
        <p:nvSpPr>
          <p:cNvPr id="173" name="Google Shape;173;p13"/>
          <p:cNvSpPr>
            <a:spLocks noGrp="1"/>
          </p:cNvSpPr>
          <p:nvPr>
            <p:ph type="pic" idx="4"/>
          </p:nvPr>
        </p:nvSpPr>
        <p:spPr>
          <a:xfrm>
            <a:off x="2575215" y="2233881"/>
            <a:ext cx="3917851" cy="2390238"/>
          </a:xfrm>
          <a:prstGeom prst="rect">
            <a:avLst/>
          </a:prstGeom>
          <a:noFill/>
          <a:ln>
            <a:noFill/>
          </a:ln>
        </p:spPr>
      </p:sp>
      <p:sp>
        <p:nvSpPr>
          <p:cNvPr id="174" name="Google Shape;174;p13"/>
          <p:cNvSpPr>
            <a:spLocks noGrp="1"/>
          </p:cNvSpPr>
          <p:nvPr>
            <p:ph type="pic" idx="5"/>
          </p:nvPr>
        </p:nvSpPr>
        <p:spPr>
          <a:xfrm>
            <a:off x="0" y="2233881"/>
            <a:ext cx="3378263" cy="2390238"/>
          </a:xfrm>
          <a:prstGeom prst="rect">
            <a:avLst/>
          </a:prstGeom>
          <a:noFill/>
          <a:ln>
            <a:noFill/>
          </a:ln>
        </p:spPr>
      </p:sp>
      <p:sp>
        <p:nvSpPr>
          <p:cNvPr id="175" name="Google Shape;17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8" name="Google Shape;178;p13"/>
          <p:cNvSpPr txBox="1">
            <a:spLocks noGrp="1"/>
          </p:cNvSpPr>
          <p:nvPr>
            <p:ph type="title"/>
          </p:nvPr>
        </p:nvSpPr>
        <p:spPr>
          <a:xfrm>
            <a:off x="1034142" y="670094"/>
            <a:ext cx="10134601" cy="924808"/>
          </a:xfrm>
          <a:prstGeom prst="rect">
            <a:avLst/>
          </a:prstGeom>
          <a:noFill/>
          <a:ln>
            <a:noFill/>
          </a:ln>
        </p:spPr>
        <p:txBody>
          <a:bodyPr spcFirstLastPara="1" wrap="square" lIns="0" tIns="45700" rIns="91425" bIns="45700" anchor="ctr" anchorCtr="0">
            <a:normAutofit/>
          </a:bodyPr>
          <a:lstStyle>
            <a:lvl1pPr lvl="0" algn="ctr">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p13"/>
          <p:cNvSpPr txBox="1">
            <a:spLocks noGrp="1"/>
          </p:cNvSpPr>
          <p:nvPr>
            <p:ph type="body" idx="1"/>
          </p:nvPr>
        </p:nvSpPr>
        <p:spPr>
          <a:xfrm>
            <a:off x="3554933" y="5061424"/>
            <a:ext cx="2443654"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0" name="Google Shape;180;p13"/>
          <p:cNvSpPr txBox="1">
            <a:spLocks noGrp="1"/>
          </p:cNvSpPr>
          <p:nvPr>
            <p:ph type="body" idx="6"/>
          </p:nvPr>
        </p:nvSpPr>
        <p:spPr>
          <a:xfrm>
            <a:off x="3554932" y="5406900"/>
            <a:ext cx="2443099"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1200"/>
              <a:buFont typeface="Arial"/>
              <a:buNone/>
              <a:defRPr sz="12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1" name="Google Shape;181;p13"/>
          <p:cNvSpPr txBox="1">
            <a:spLocks noGrp="1"/>
          </p:cNvSpPr>
          <p:nvPr>
            <p:ph type="body" idx="7"/>
          </p:nvPr>
        </p:nvSpPr>
        <p:spPr>
          <a:xfrm>
            <a:off x="931476" y="5061424"/>
            <a:ext cx="2443654"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2" name="Google Shape;182;p13"/>
          <p:cNvSpPr txBox="1">
            <a:spLocks noGrp="1"/>
          </p:cNvSpPr>
          <p:nvPr>
            <p:ph type="body" idx="8"/>
          </p:nvPr>
        </p:nvSpPr>
        <p:spPr>
          <a:xfrm>
            <a:off x="931475" y="5406900"/>
            <a:ext cx="2443099"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1200"/>
              <a:buFont typeface="Arial"/>
              <a:buNone/>
              <a:defRPr sz="12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3" name="Google Shape;183;p13"/>
          <p:cNvSpPr txBox="1">
            <a:spLocks noGrp="1"/>
          </p:cNvSpPr>
          <p:nvPr>
            <p:ph type="body" idx="9"/>
          </p:nvPr>
        </p:nvSpPr>
        <p:spPr>
          <a:xfrm>
            <a:off x="6177835" y="5061424"/>
            <a:ext cx="2443654"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4" name="Google Shape;184;p13"/>
          <p:cNvSpPr txBox="1">
            <a:spLocks noGrp="1"/>
          </p:cNvSpPr>
          <p:nvPr>
            <p:ph type="body" idx="13"/>
          </p:nvPr>
        </p:nvSpPr>
        <p:spPr>
          <a:xfrm>
            <a:off x="6177834" y="5406900"/>
            <a:ext cx="2443099"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1200"/>
              <a:buFont typeface="Arial"/>
              <a:buNone/>
              <a:defRPr sz="12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5" name="Google Shape;185;p13"/>
          <p:cNvSpPr txBox="1">
            <a:spLocks noGrp="1"/>
          </p:cNvSpPr>
          <p:nvPr>
            <p:ph type="body" idx="14"/>
          </p:nvPr>
        </p:nvSpPr>
        <p:spPr>
          <a:xfrm>
            <a:off x="8800181" y="5057897"/>
            <a:ext cx="2443654"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6" name="Google Shape;186;p13"/>
          <p:cNvSpPr txBox="1">
            <a:spLocks noGrp="1"/>
          </p:cNvSpPr>
          <p:nvPr>
            <p:ph type="body" idx="15"/>
          </p:nvPr>
        </p:nvSpPr>
        <p:spPr>
          <a:xfrm>
            <a:off x="8800180" y="5403373"/>
            <a:ext cx="2443099"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1200"/>
              <a:buFont typeface="Arial"/>
              <a:buNone/>
              <a:defRPr sz="12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losing">
  <p:cSld name="Closing">
    <p:spTree>
      <p:nvGrpSpPr>
        <p:cNvPr id="1" name="Shape 187"/>
        <p:cNvGrpSpPr/>
        <p:nvPr/>
      </p:nvGrpSpPr>
      <p:grpSpPr>
        <a:xfrm>
          <a:off x="0" y="0"/>
          <a:ext cx="0" cy="0"/>
          <a:chOff x="0" y="0"/>
          <a:chExt cx="0" cy="0"/>
        </a:xfrm>
      </p:grpSpPr>
      <p:sp>
        <p:nvSpPr>
          <p:cNvPr id="188" name="Google Shape;188;p14"/>
          <p:cNvSpPr>
            <a:spLocks noGrp="1"/>
          </p:cNvSpPr>
          <p:nvPr>
            <p:ph type="pic" idx="2"/>
          </p:nvPr>
        </p:nvSpPr>
        <p:spPr>
          <a:xfrm>
            <a:off x="6426578" y="0"/>
            <a:ext cx="5765422" cy="6858000"/>
          </a:xfrm>
          <a:prstGeom prst="rect">
            <a:avLst/>
          </a:prstGeom>
          <a:noFill/>
          <a:ln>
            <a:noFill/>
          </a:ln>
        </p:spPr>
      </p:sp>
      <p:sp>
        <p:nvSpPr>
          <p:cNvPr id="189" name="Google Shape;189;p14"/>
          <p:cNvSpPr>
            <a:spLocks noGrp="1"/>
          </p:cNvSpPr>
          <p:nvPr>
            <p:ph type="pic" idx="3"/>
          </p:nvPr>
        </p:nvSpPr>
        <p:spPr>
          <a:xfrm>
            <a:off x="-11657" y="-16298"/>
            <a:ext cx="5555640" cy="6874299"/>
          </a:xfrm>
          <a:prstGeom prst="rect">
            <a:avLst/>
          </a:prstGeom>
          <a:noFill/>
          <a:ln>
            <a:noFill/>
          </a:ln>
        </p:spPr>
      </p:sp>
      <p:sp>
        <p:nvSpPr>
          <p:cNvPr id="190" name="Google Shape;190;p14"/>
          <p:cNvSpPr txBox="1">
            <a:spLocks noGrp="1"/>
          </p:cNvSpPr>
          <p:nvPr>
            <p:ph type="body" idx="1"/>
          </p:nvPr>
        </p:nvSpPr>
        <p:spPr>
          <a:xfrm>
            <a:off x="4461307" y="4277953"/>
            <a:ext cx="2310968" cy="47042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1" name="Google Shape;19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chemeClr val="lt1"/>
                </a:solidFill>
                <a:latin typeface="Arial"/>
                <a:ea typeface="Arial"/>
                <a:cs typeface="Arial"/>
                <a:sym typeface="Arial"/>
              </a:defRPr>
            </a:lvl1pPr>
            <a:lvl2pPr marL="0" lvl="1" indent="0" algn="r">
              <a:spcBef>
                <a:spcPts val="0"/>
              </a:spcBef>
              <a:buNone/>
              <a:defRPr sz="900">
                <a:solidFill>
                  <a:schemeClr val="lt1"/>
                </a:solidFill>
                <a:latin typeface="Arial"/>
                <a:ea typeface="Arial"/>
                <a:cs typeface="Arial"/>
                <a:sym typeface="Arial"/>
              </a:defRPr>
            </a:lvl2pPr>
            <a:lvl3pPr marL="0" lvl="2" indent="0" algn="r">
              <a:spcBef>
                <a:spcPts val="0"/>
              </a:spcBef>
              <a:buNone/>
              <a:defRPr sz="900">
                <a:solidFill>
                  <a:schemeClr val="lt1"/>
                </a:solidFill>
                <a:latin typeface="Arial"/>
                <a:ea typeface="Arial"/>
                <a:cs typeface="Arial"/>
                <a:sym typeface="Arial"/>
              </a:defRPr>
            </a:lvl3pPr>
            <a:lvl4pPr marL="0" lvl="3" indent="0" algn="r">
              <a:spcBef>
                <a:spcPts val="0"/>
              </a:spcBef>
              <a:buNone/>
              <a:defRPr sz="900">
                <a:solidFill>
                  <a:schemeClr val="lt1"/>
                </a:solidFill>
                <a:latin typeface="Arial"/>
                <a:ea typeface="Arial"/>
                <a:cs typeface="Arial"/>
                <a:sym typeface="Arial"/>
              </a:defRPr>
            </a:lvl4pPr>
            <a:lvl5pPr marL="0" lvl="4" indent="0" algn="r">
              <a:spcBef>
                <a:spcPts val="0"/>
              </a:spcBef>
              <a:buNone/>
              <a:defRPr sz="900">
                <a:solidFill>
                  <a:schemeClr val="lt1"/>
                </a:solidFill>
                <a:latin typeface="Arial"/>
                <a:ea typeface="Arial"/>
                <a:cs typeface="Arial"/>
                <a:sym typeface="Arial"/>
              </a:defRPr>
            </a:lvl5pPr>
            <a:lvl6pPr marL="0" lvl="5" indent="0" algn="r">
              <a:spcBef>
                <a:spcPts val="0"/>
              </a:spcBef>
              <a:buNone/>
              <a:defRPr sz="900">
                <a:solidFill>
                  <a:schemeClr val="lt1"/>
                </a:solidFill>
                <a:latin typeface="Arial"/>
                <a:ea typeface="Arial"/>
                <a:cs typeface="Arial"/>
                <a:sym typeface="Arial"/>
              </a:defRPr>
            </a:lvl6pPr>
            <a:lvl7pPr marL="0" lvl="6" indent="0" algn="r">
              <a:spcBef>
                <a:spcPts val="0"/>
              </a:spcBef>
              <a:buNone/>
              <a:defRPr sz="900">
                <a:solidFill>
                  <a:schemeClr val="lt1"/>
                </a:solidFill>
                <a:latin typeface="Arial"/>
                <a:ea typeface="Arial"/>
                <a:cs typeface="Arial"/>
                <a:sym typeface="Arial"/>
              </a:defRPr>
            </a:lvl7pPr>
            <a:lvl8pPr marL="0" lvl="7" indent="0" algn="r">
              <a:spcBef>
                <a:spcPts val="0"/>
              </a:spcBef>
              <a:buNone/>
              <a:defRPr sz="900">
                <a:solidFill>
                  <a:schemeClr val="lt1"/>
                </a:solidFill>
                <a:latin typeface="Arial"/>
                <a:ea typeface="Arial"/>
                <a:cs typeface="Arial"/>
                <a:sym typeface="Arial"/>
              </a:defRPr>
            </a:lvl8pPr>
            <a:lvl9pPr marL="0" lvl="8" indent="0" algn="r">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4" name="Google Shape;194;p14"/>
          <p:cNvSpPr txBox="1">
            <a:spLocks noGrp="1"/>
          </p:cNvSpPr>
          <p:nvPr>
            <p:ph type="body" idx="4"/>
          </p:nvPr>
        </p:nvSpPr>
        <p:spPr>
          <a:xfrm>
            <a:off x="4156823" y="4752561"/>
            <a:ext cx="2310968" cy="47042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5" name="Google Shape;195;p14"/>
          <p:cNvSpPr txBox="1">
            <a:spLocks noGrp="1"/>
          </p:cNvSpPr>
          <p:nvPr>
            <p:ph type="body" idx="5"/>
          </p:nvPr>
        </p:nvSpPr>
        <p:spPr>
          <a:xfrm>
            <a:off x="3869713" y="5217644"/>
            <a:ext cx="2310968" cy="47042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6" name="Google Shape;196;p14"/>
          <p:cNvSpPr txBox="1">
            <a:spLocks noGrp="1"/>
          </p:cNvSpPr>
          <p:nvPr>
            <p:ph type="body" idx="6"/>
          </p:nvPr>
        </p:nvSpPr>
        <p:spPr>
          <a:xfrm>
            <a:off x="3580046" y="5673201"/>
            <a:ext cx="2310968" cy="47042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7" name="Google Shape;197;p14"/>
          <p:cNvSpPr txBox="1">
            <a:spLocks noGrp="1"/>
          </p:cNvSpPr>
          <p:nvPr>
            <p:ph type="title"/>
          </p:nvPr>
        </p:nvSpPr>
        <p:spPr>
          <a:xfrm>
            <a:off x="4898571" y="3363686"/>
            <a:ext cx="3907972" cy="555171"/>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with pic S">
  <p:cSld name="Title and Content with pic S">
    <p:spTree>
      <p:nvGrpSpPr>
        <p:cNvPr id="1" name="Shape 198"/>
        <p:cNvGrpSpPr/>
        <p:nvPr/>
      </p:nvGrpSpPr>
      <p:grpSpPr>
        <a:xfrm>
          <a:off x="0" y="0"/>
          <a:ext cx="0" cy="0"/>
          <a:chOff x="0" y="0"/>
          <a:chExt cx="0" cy="0"/>
        </a:xfrm>
      </p:grpSpPr>
      <p:sp>
        <p:nvSpPr>
          <p:cNvPr id="199" name="Google Shape;199;p15"/>
          <p:cNvSpPr>
            <a:spLocks noGrp="1"/>
          </p:cNvSpPr>
          <p:nvPr>
            <p:ph type="pic" idx="2"/>
          </p:nvPr>
        </p:nvSpPr>
        <p:spPr>
          <a:xfrm>
            <a:off x="6016886" y="0"/>
            <a:ext cx="6175114" cy="6858000"/>
          </a:xfrm>
          <a:prstGeom prst="rect">
            <a:avLst/>
          </a:prstGeom>
          <a:noFill/>
          <a:ln>
            <a:noFill/>
          </a:ln>
        </p:spPr>
      </p:sp>
      <p:sp>
        <p:nvSpPr>
          <p:cNvPr id="200" name="Google Shape;200;p15"/>
          <p:cNvSpPr txBox="1">
            <a:spLocks noGrp="1"/>
          </p:cNvSpPr>
          <p:nvPr>
            <p:ph type="title"/>
          </p:nvPr>
        </p:nvSpPr>
        <p:spPr>
          <a:xfrm>
            <a:off x="1099456" y="3257550"/>
            <a:ext cx="4203247" cy="743744"/>
          </a:xfrm>
          <a:prstGeom prst="rect">
            <a:avLst/>
          </a:prstGeom>
          <a:noFill/>
          <a:ln>
            <a:noFill/>
          </a:ln>
        </p:spPr>
        <p:txBody>
          <a:bodyPr spcFirstLastPara="1" wrap="square" lIns="0" tIns="45700" rIns="91425" bIns="45700" anchor="t" anchorCtr="0">
            <a:no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p15"/>
          <p:cNvSpPr txBox="1">
            <a:spLocks noGrp="1"/>
          </p:cNvSpPr>
          <p:nvPr>
            <p:ph type="body" idx="1"/>
          </p:nvPr>
        </p:nvSpPr>
        <p:spPr>
          <a:xfrm>
            <a:off x="1099456" y="4238625"/>
            <a:ext cx="4203247" cy="1800225"/>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1"/>
              </a:buClr>
              <a:buSzPts val="1200"/>
              <a:buNone/>
              <a:defRPr sz="1200"/>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02" name="Google Shape;20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chemeClr val="lt1"/>
                </a:solidFill>
                <a:latin typeface="Arial"/>
                <a:ea typeface="Arial"/>
                <a:cs typeface="Arial"/>
                <a:sym typeface="Arial"/>
              </a:defRPr>
            </a:lvl1pPr>
            <a:lvl2pPr marL="0" lvl="1" indent="0" algn="r">
              <a:spcBef>
                <a:spcPts val="0"/>
              </a:spcBef>
              <a:buNone/>
              <a:defRPr sz="900">
                <a:solidFill>
                  <a:schemeClr val="lt1"/>
                </a:solidFill>
                <a:latin typeface="Arial"/>
                <a:ea typeface="Arial"/>
                <a:cs typeface="Arial"/>
                <a:sym typeface="Arial"/>
              </a:defRPr>
            </a:lvl2pPr>
            <a:lvl3pPr marL="0" lvl="2" indent="0" algn="r">
              <a:spcBef>
                <a:spcPts val="0"/>
              </a:spcBef>
              <a:buNone/>
              <a:defRPr sz="900">
                <a:solidFill>
                  <a:schemeClr val="lt1"/>
                </a:solidFill>
                <a:latin typeface="Arial"/>
                <a:ea typeface="Arial"/>
                <a:cs typeface="Arial"/>
                <a:sym typeface="Arial"/>
              </a:defRPr>
            </a:lvl3pPr>
            <a:lvl4pPr marL="0" lvl="3" indent="0" algn="r">
              <a:spcBef>
                <a:spcPts val="0"/>
              </a:spcBef>
              <a:buNone/>
              <a:defRPr sz="900">
                <a:solidFill>
                  <a:schemeClr val="lt1"/>
                </a:solidFill>
                <a:latin typeface="Arial"/>
                <a:ea typeface="Arial"/>
                <a:cs typeface="Arial"/>
                <a:sym typeface="Arial"/>
              </a:defRPr>
            </a:lvl4pPr>
            <a:lvl5pPr marL="0" lvl="4" indent="0" algn="r">
              <a:spcBef>
                <a:spcPts val="0"/>
              </a:spcBef>
              <a:buNone/>
              <a:defRPr sz="900">
                <a:solidFill>
                  <a:schemeClr val="lt1"/>
                </a:solidFill>
                <a:latin typeface="Arial"/>
                <a:ea typeface="Arial"/>
                <a:cs typeface="Arial"/>
                <a:sym typeface="Arial"/>
              </a:defRPr>
            </a:lvl5pPr>
            <a:lvl6pPr marL="0" lvl="5" indent="0" algn="r">
              <a:spcBef>
                <a:spcPts val="0"/>
              </a:spcBef>
              <a:buNone/>
              <a:defRPr sz="900">
                <a:solidFill>
                  <a:schemeClr val="lt1"/>
                </a:solidFill>
                <a:latin typeface="Arial"/>
                <a:ea typeface="Arial"/>
                <a:cs typeface="Arial"/>
                <a:sym typeface="Arial"/>
              </a:defRPr>
            </a:lvl6pPr>
            <a:lvl7pPr marL="0" lvl="6" indent="0" algn="r">
              <a:spcBef>
                <a:spcPts val="0"/>
              </a:spcBef>
              <a:buNone/>
              <a:defRPr sz="900">
                <a:solidFill>
                  <a:schemeClr val="lt1"/>
                </a:solidFill>
                <a:latin typeface="Arial"/>
                <a:ea typeface="Arial"/>
                <a:cs typeface="Arial"/>
                <a:sym typeface="Arial"/>
              </a:defRPr>
            </a:lvl7pPr>
            <a:lvl8pPr marL="0" lvl="7" indent="0" algn="r">
              <a:spcBef>
                <a:spcPts val="0"/>
              </a:spcBef>
              <a:buNone/>
              <a:defRPr sz="900">
                <a:solidFill>
                  <a:schemeClr val="lt1"/>
                </a:solidFill>
                <a:latin typeface="Arial"/>
                <a:ea typeface="Arial"/>
                <a:cs typeface="Arial"/>
                <a:sym typeface="Arial"/>
              </a:defRPr>
            </a:lvl8pPr>
            <a:lvl9pPr marL="0" lvl="8" indent="0" algn="r">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05" name="Google Shape;205;p15"/>
          <p:cNvCxnSpPr/>
          <p:nvPr/>
        </p:nvCxnSpPr>
        <p:spPr>
          <a:xfrm>
            <a:off x="1121228" y="0"/>
            <a:ext cx="0" cy="3048000"/>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with pic E">
  <p:cSld name="Title and Content with pic E">
    <p:spTree>
      <p:nvGrpSpPr>
        <p:cNvPr id="1" name="Shape 206"/>
        <p:cNvGrpSpPr/>
        <p:nvPr/>
      </p:nvGrpSpPr>
      <p:grpSpPr>
        <a:xfrm>
          <a:off x="0" y="0"/>
          <a:ext cx="0" cy="0"/>
          <a:chOff x="0" y="0"/>
          <a:chExt cx="0" cy="0"/>
        </a:xfrm>
      </p:grpSpPr>
      <p:sp>
        <p:nvSpPr>
          <p:cNvPr id="207" name="Google Shape;207;p16"/>
          <p:cNvSpPr>
            <a:spLocks noGrp="1"/>
          </p:cNvSpPr>
          <p:nvPr>
            <p:ph type="pic" idx="2"/>
          </p:nvPr>
        </p:nvSpPr>
        <p:spPr>
          <a:xfrm>
            <a:off x="0" y="3"/>
            <a:ext cx="5288281" cy="6857999"/>
          </a:xfrm>
          <a:prstGeom prst="rect">
            <a:avLst/>
          </a:prstGeom>
          <a:noFill/>
          <a:ln>
            <a:noFill/>
          </a:ln>
        </p:spPr>
      </p:sp>
      <p:sp>
        <p:nvSpPr>
          <p:cNvPr id="208" name="Google Shape;208;p16"/>
          <p:cNvSpPr txBox="1">
            <a:spLocks noGrp="1"/>
          </p:cNvSpPr>
          <p:nvPr>
            <p:ph type="title"/>
          </p:nvPr>
        </p:nvSpPr>
        <p:spPr>
          <a:xfrm>
            <a:off x="6903720" y="1419438"/>
            <a:ext cx="4450080" cy="924808"/>
          </a:xfrm>
          <a:prstGeom prst="rect">
            <a:avLst/>
          </a:prstGeom>
          <a:noFill/>
          <a:ln>
            <a:noFill/>
          </a:ln>
        </p:spPr>
        <p:txBody>
          <a:bodyPr spcFirstLastPara="1" wrap="square" lIns="0" tIns="45700" rIns="91425" bIns="45700" anchor="t"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16"/>
          <p:cNvSpPr txBox="1">
            <a:spLocks noGrp="1"/>
          </p:cNvSpPr>
          <p:nvPr>
            <p:ph type="body" idx="1"/>
          </p:nvPr>
        </p:nvSpPr>
        <p:spPr>
          <a:xfrm>
            <a:off x="7366082" y="3009550"/>
            <a:ext cx="1254314" cy="360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0" name="Google Shape;210;p16"/>
          <p:cNvSpPr txBox="1">
            <a:spLocks noGrp="1"/>
          </p:cNvSpPr>
          <p:nvPr>
            <p:ph type="body" idx="3"/>
          </p:nvPr>
        </p:nvSpPr>
        <p:spPr>
          <a:xfrm>
            <a:off x="7366082" y="4017086"/>
            <a:ext cx="1254314" cy="360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1" name="Google Shape;211;p16"/>
          <p:cNvSpPr txBox="1">
            <a:spLocks noGrp="1"/>
          </p:cNvSpPr>
          <p:nvPr>
            <p:ph type="body" idx="4"/>
          </p:nvPr>
        </p:nvSpPr>
        <p:spPr>
          <a:xfrm>
            <a:off x="7366082" y="4957948"/>
            <a:ext cx="1254314" cy="360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2" name="Google Shape;212;p16"/>
          <p:cNvSpPr txBox="1">
            <a:spLocks noGrp="1"/>
          </p:cNvSpPr>
          <p:nvPr>
            <p:ph type="body" idx="5"/>
          </p:nvPr>
        </p:nvSpPr>
        <p:spPr>
          <a:xfrm>
            <a:off x="6903720" y="2816574"/>
            <a:ext cx="561421" cy="627254"/>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accent1"/>
              </a:buClr>
              <a:buSzPts val="4400"/>
              <a:buFont typeface="Arial"/>
              <a:buNone/>
              <a:defRPr sz="4400" b="1"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3" name="Google Shape;213;p16"/>
          <p:cNvSpPr txBox="1">
            <a:spLocks noGrp="1"/>
          </p:cNvSpPr>
          <p:nvPr>
            <p:ph type="body" idx="6"/>
          </p:nvPr>
        </p:nvSpPr>
        <p:spPr>
          <a:xfrm>
            <a:off x="6903720" y="3805802"/>
            <a:ext cx="561421" cy="627254"/>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accent1"/>
              </a:buClr>
              <a:buSzPts val="4400"/>
              <a:buFont typeface="Arial"/>
              <a:buNone/>
              <a:defRPr sz="4400" b="1"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4" name="Google Shape;214;p16"/>
          <p:cNvSpPr txBox="1">
            <a:spLocks noGrp="1"/>
          </p:cNvSpPr>
          <p:nvPr>
            <p:ph type="body" idx="7"/>
          </p:nvPr>
        </p:nvSpPr>
        <p:spPr>
          <a:xfrm>
            <a:off x="6903721" y="4795030"/>
            <a:ext cx="561421" cy="627254"/>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accent1"/>
              </a:buClr>
              <a:buSzPts val="4400"/>
              <a:buFont typeface="Arial"/>
              <a:buNone/>
              <a:defRPr sz="4400" b="1"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5" name="Google Shape;215;p16"/>
          <p:cNvSpPr txBox="1">
            <a:spLocks noGrp="1"/>
          </p:cNvSpPr>
          <p:nvPr>
            <p:ph type="body" idx="8"/>
          </p:nvPr>
        </p:nvSpPr>
        <p:spPr>
          <a:xfrm>
            <a:off x="8629106" y="3074238"/>
            <a:ext cx="2427514" cy="715169"/>
          </a:xfrm>
          <a:prstGeom prst="rect">
            <a:avLst/>
          </a:prstGeom>
          <a:noFill/>
          <a:ln>
            <a:noFill/>
          </a:ln>
        </p:spPr>
        <p:txBody>
          <a:bodyPr spcFirstLastPara="1" wrap="square" lIns="0" tIns="45700" rIns="91425" bIns="45700" anchor="t" anchorCtr="0">
            <a:normAutofit/>
          </a:bodyPr>
          <a:lstStyle>
            <a:lvl1pPr marL="457200" lvl="0" indent="-228600" algn="l">
              <a:lnSpc>
                <a:spcPct val="10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6" name="Google Shape;216;p16"/>
          <p:cNvSpPr txBox="1">
            <a:spLocks noGrp="1"/>
          </p:cNvSpPr>
          <p:nvPr>
            <p:ph type="body" idx="9"/>
          </p:nvPr>
        </p:nvSpPr>
        <p:spPr>
          <a:xfrm>
            <a:off x="8629106" y="4074889"/>
            <a:ext cx="2427514" cy="715169"/>
          </a:xfrm>
          <a:prstGeom prst="rect">
            <a:avLst/>
          </a:prstGeom>
          <a:noFill/>
          <a:ln>
            <a:noFill/>
          </a:ln>
        </p:spPr>
        <p:txBody>
          <a:bodyPr spcFirstLastPara="1" wrap="square" lIns="0" tIns="45700" rIns="91425" bIns="45700" anchor="t" anchorCtr="0">
            <a:normAutofit/>
          </a:bodyPr>
          <a:lstStyle>
            <a:lvl1pPr marL="457200" lvl="0" indent="-228600" algn="l">
              <a:lnSpc>
                <a:spcPct val="10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7" name="Google Shape;217;p16"/>
          <p:cNvSpPr txBox="1">
            <a:spLocks noGrp="1"/>
          </p:cNvSpPr>
          <p:nvPr>
            <p:ph type="body" idx="13"/>
          </p:nvPr>
        </p:nvSpPr>
        <p:spPr>
          <a:xfrm>
            <a:off x="8629106" y="5016921"/>
            <a:ext cx="2427514" cy="715169"/>
          </a:xfrm>
          <a:prstGeom prst="rect">
            <a:avLst/>
          </a:prstGeom>
          <a:noFill/>
          <a:ln>
            <a:noFill/>
          </a:ln>
        </p:spPr>
        <p:txBody>
          <a:bodyPr spcFirstLastPara="1" wrap="square" lIns="0" tIns="45700" rIns="91425" bIns="45700" anchor="t" anchorCtr="0">
            <a:normAutofit/>
          </a:bodyPr>
          <a:lstStyle>
            <a:lvl1pPr marL="457200" lvl="0" indent="-228600" algn="l">
              <a:lnSpc>
                <a:spcPct val="10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18" name="Google Shape;21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0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caling">
  <p:cSld name="Scaling">
    <p:spTree>
      <p:nvGrpSpPr>
        <p:cNvPr id="1" name="Shape 221"/>
        <p:cNvGrpSpPr/>
        <p:nvPr/>
      </p:nvGrpSpPr>
      <p:grpSpPr>
        <a:xfrm>
          <a:off x="0" y="0"/>
          <a:ext cx="0" cy="0"/>
          <a:chOff x="0" y="0"/>
          <a:chExt cx="0" cy="0"/>
        </a:xfrm>
      </p:grpSpPr>
      <p:sp>
        <p:nvSpPr>
          <p:cNvPr id="222" name="Google Shape;222;p17"/>
          <p:cNvSpPr txBox="1">
            <a:spLocks noGrp="1"/>
          </p:cNvSpPr>
          <p:nvPr>
            <p:ph type="body" idx="1"/>
          </p:nvPr>
        </p:nvSpPr>
        <p:spPr>
          <a:xfrm>
            <a:off x="8157335" y="1822008"/>
            <a:ext cx="3295186"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3" name="Google Shape;223;p17"/>
          <p:cNvSpPr txBox="1">
            <a:spLocks noGrp="1"/>
          </p:cNvSpPr>
          <p:nvPr>
            <p:ph type="body" idx="2"/>
          </p:nvPr>
        </p:nvSpPr>
        <p:spPr>
          <a:xfrm>
            <a:off x="8157335" y="2167484"/>
            <a:ext cx="3294437"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4" name="Google Shape;22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7" name="Google Shape;227;p17"/>
          <p:cNvSpPr txBox="1">
            <a:spLocks noGrp="1"/>
          </p:cNvSpPr>
          <p:nvPr>
            <p:ph type="body" idx="3"/>
          </p:nvPr>
        </p:nvSpPr>
        <p:spPr>
          <a:xfrm>
            <a:off x="7080795" y="3339988"/>
            <a:ext cx="3295186"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8" name="Google Shape;228;p17"/>
          <p:cNvSpPr txBox="1">
            <a:spLocks noGrp="1"/>
          </p:cNvSpPr>
          <p:nvPr>
            <p:ph type="body" idx="4"/>
          </p:nvPr>
        </p:nvSpPr>
        <p:spPr>
          <a:xfrm>
            <a:off x="7080795" y="3685464"/>
            <a:ext cx="3294437"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9" name="Google Shape;229;p17"/>
          <p:cNvSpPr txBox="1">
            <a:spLocks noGrp="1"/>
          </p:cNvSpPr>
          <p:nvPr>
            <p:ph type="body" idx="5"/>
          </p:nvPr>
        </p:nvSpPr>
        <p:spPr>
          <a:xfrm>
            <a:off x="6231710" y="4857968"/>
            <a:ext cx="3295186" cy="320381"/>
          </a:xfrm>
          <a:prstGeom prst="rect">
            <a:avLst/>
          </a:prstGeom>
          <a:noFill/>
          <a:ln>
            <a:noFill/>
          </a:ln>
        </p:spPr>
        <p:txBody>
          <a:bodyPr spcFirstLastPara="1" wrap="square" lIns="0" tIns="45700" rIns="91425" bIns="45700" anchor="ctr"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0" name="Google Shape;230;p17"/>
          <p:cNvSpPr txBox="1">
            <a:spLocks noGrp="1"/>
          </p:cNvSpPr>
          <p:nvPr>
            <p:ph type="body" idx="6"/>
          </p:nvPr>
        </p:nvSpPr>
        <p:spPr>
          <a:xfrm>
            <a:off x="6231710" y="5203444"/>
            <a:ext cx="3294437" cy="540104"/>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2"/>
              </a:buClr>
              <a:buSzPts val="1200"/>
              <a:buFont typeface="Arial"/>
              <a:buNone/>
              <a:defRPr sz="1200">
                <a:solidFill>
                  <a:schemeClr val="lt2"/>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31" name="Google Shape;231;p17"/>
          <p:cNvCxnSpPr/>
          <p:nvPr/>
        </p:nvCxnSpPr>
        <p:spPr>
          <a:xfrm rot="10800000" flipH="1">
            <a:off x="4369950" y="805543"/>
            <a:ext cx="3648352" cy="6052189"/>
          </a:xfrm>
          <a:prstGeom prst="straightConnector1">
            <a:avLst/>
          </a:prstGeom>
          <a:noFill/>
          <a:ln w="19050" cap="flat" cmpd="sng">
            <a:solidFill>
              <a:schemeClr val="accent1"/>
            </a:solidFill>
            <a:prstDash val="solid"/>
            <a:miter lim="800000"/>
            <a:headEnd type="none" w="sm" len="sm"/>
            <a:tailEnd type="stealth" w="lg" len="lg"/>
          </a:ln>
        </p:spPr>
      </p:cxnSp>
      <p:sp>
        <p:nvSpPr>
          <p:cNvPr id="232" name="Google Shape;232;p17"/>
          <p:cNvSpPr txBox="1">
            <a:spLocks noGrp="1"/>
          </p:cNvSpPr>
          <p:nvPr>
            <p:ph type="title"/>
          </p:nvPr>
        </p:nvSpPr>
        <p:spPr>
          <a:xfrm>
            <a:off x="1034142" y="1110286"/>
            <a:ext cx="10319657" cy="924808"/>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3"/>
        <p:cNvGrpSpPr/>
        <p:nvPr/>
      </p:nvGrpSpPr>
      <p:grpSpPr>
        <a:xfrm>
          <a:off x="0" y="0"/>
          <a:ext cx="0" cy="0"/>
          <a:chOff x="0" y="0"/>
          <a:chExt cx="0" cy="0"/>
        </a:xfrm>
      </p:grpSpPr>
      <p:sp>
        <p:nvSpPr>
          <p:cNvPr id="234" name="Google Shape;23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6" name="Google Shape;236;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37" name="Google Shape;23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8" name="Google Shape;23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40"/>
        <p:cNvGrpSpPr/>
        <p:nvPr/>
      </p:nvGrpSpPr>
      <p:grpSpPr>
        <a:xfrm>
          <a:off x="0" y="0"/>
          <a:ext cx="0" cy="0"/>
          <a:chOff x="0" y="0"/>
          <a:chExt cx="0" cy="0"/>
        </a:xfrm>
      </p:grpSpPr>
      <p:sp>
        <p:nvSpPr>
          <p:cNvPr id="241" name="Google Shape;241;p19"/>
          <p:cNvSpPr txBox="1">
            <a:spLocks noGrp="1"/>
          </p:cNvSpPr>
          <p:nvPr>
            <p:ph type="body" idx="1"/>
          </p:nvPr>
        </p:nvSpPr>
        <p:spPr>
          <a:xfrm>
            <a:off x="1034142" y="2046288"/>
            <a:ext cx="554445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42" name="Google Shape;242;p19"/>
          <p:cNvSpPr txBox="1">
            <a:spLocks noGrp="1"/>
          </p:cNvSpPr>
          <p:nvPr>
            <p:ph type="body" idx="2"/>
          </p:nvPr>
        </p:nvSpPr>
        <p:spPr>
          <a:xfrm>
            <a:off x="1034142" y="3162300"/>
            <a:ext cx="5544458" cy="30273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3" name="Google Shape;243;p19"/>
          <p:cNvSpPr txBox="1">
            <a:spLocks noGrp="1"/>
          </p:cNvSpPr>
          <p:nvPr>
            <p:ph type="body" idx="3"/>
          </p:nvPr>
        </p:nvSpPr>
        <p:spPr>
          <a:xfrm>
            <a:off x="7240588" y="2046288"/>
            <a:ext cx="41148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44" name="Google Shape;244;p19"/>
          <p:cNvSpPr txBox="1">
            <a:spLocks noGrp="1"/>
          </p:cNvSpPr>
          <p:nvPr>
            <p:ph type="body" idx="4"/>
          </p:nvPr>
        </p:nvSpPr>
        <p:spPr>
          <a:xfrm>
            <a:off x="7240588" y="3162300"/>
            <a:ext cx="4114800" cy="30273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5" name="Google Shape;24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8" name="Google Shape;248;p19"/>
          <p:cNvSpPr txBox="1">
            <a:spLocks noGrp="1"/>
          </p:cNvSpPr>
          <p:nvPr>
            <p:ph type="title"/>
          </p:nvPr>
        </p:nvSpPr>
        <p:spPr>
          <a:xfrm>
            <a:off x="1034142" y="1110286"/>
            <a:ext cx="10319657" cy="924808"/>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9" name="Google Shape;249;p19"/>
          <p:cNvCxnSpPr/>
          <p:nvPr/>
        </p:nvCxnSpPr>
        <p:spPr>
          <a:xfrm>
            <a:off x="1121228" y="0"/>
            <a:ext cx="0" cy="1110286"/>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0"/>
        <p:cNvGrpSpPr/>
        <p:nvPr/>
      </p:nvGrpSpPr>
      <p:grpSpPr>
        <a:xfrm>
          <a:off x="0" y="0"/>
          <a:ext cx="0" cy="0"/>
          <a:chOff x="0" y="0"/>
          <a:chExt cx="0" cy="0"/>
        </a:xfrm>
      </p:grpSpPr>
      <p:sp>
        <p:nvSpPr>
          <p:cNvPr id="251" name="Google Shape;251;p20"/>
          <p:cNvSpPr txBox="1">
            <a:spLocks noGrp="1"/>
          </p:cNvSpPr>
          <p:nvPr>
            <p:ph type="body" idx="1"/>
          </p:nvPr>
        </p:nvSpPr>
        <p:spPr>
          <a:xfrm>
            <a:off x="1034142" y="1850572"/>
            <a:ext cx="10134601" cy="40930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52" name="Google Shape;2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5" name="Google Shape;255;p20"/>
          <p:cNvSpPr txBox="1">
            <a:spLocks noGrp="1"/>
          </p:cNvSpPr>
          <p:nvPr>
            <p:ph type="title"/>
          </p:nvPr>
        </p:nvSpPr>
        <p:spPr>
          <a:xfrm>
            <a:off x="1034142" y="670094"/>
            <a:ext cx="10134601" cy="924808"/>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eam - 8 up">
  <p:cSld name="Team - 8 up">
    <p:spTree>
      <p:nvGrpSpPr>
        <p:cNvPr id="1" name="Shape 256"/>
        <p:cNvGrpSpPr/>
        <p:nvPr/>
      </p:nvGrpSpPr>
      <p:grpSpPr>
        <a:xfrm>
          <a:off x="0" y="0"/>
          <a:ext cx="0" cy="0"/>
          <a:chOff x="0" y="0"/>
          <a:chExt cx="0" cy="0"/>
        </a:xfrm>
      </p:grpSpPr>
      <p:sp>
        <p:nvSpPr>
          <p:cNvPr id="257" name="Google Shape;257;p21"/>
          <p:cNvSpPr>
            <a:spLocks noGrp="1"/>
          </p:cNvSpPr>
          <p:nvPr>
            <p:ph type="pic" idx="2"/>
          </p:nvPr>
        </p:nvSpPr>
        <p:spPr>
          <a:xfrm>
            <a:off x="10383802" y="3121794"/>
            <a:ext cx="1808198" cy="1097726"/>
          </a:xfrm>
          <a:prstGeom prst="rect">
            <a:avLst/>
          </a:prstGeom>
          <a:noFill/>
          <a:ln>
            <a:noFill/>
          </a:ln>
        </p:spPr>
      </p:sp>
      <p:sp>
        <p:nvSpPr>
          <p:cNvPr id="258" name="Google Shape;258;p21"/>
          <p:cNvSpPr>
            <a:spLocks noGrp="1"/>
          </p:cNvSpPr>
          <p:nvPr>
            <p:ph type="pic" idx="3"/>
          </p:nvPr>
        </p:nvSpPr>
        <p:spPr>
          <a:xfrm>
            <a:off x="8900427" y="3121794"/>
            <a:ext cx="1799279" cy="1097726"/>
          </a:xfrm>
          <a:prstGeom prst="rect">
            <a:avLst/>
          </a:prstGeom>
          <a:noFill/>
          <a:ln>
            <a:noFill/>
          </a:ln>
        </p:spPr>
      </p:sp>
      <p:sp>
        <p:nvSpPr>
          <p:cNvPr id="259" name="Google Shape;259;p21"/>
          <p:cNvSpPr>
            <a:spLocks noGrp="1"/>
          </p:cNvSpPr>
          <p:nvPr>
            <p:ph type="pic" idx="4"/>
          </p:nvPr>
        </p:nvSpPr>
        <p:spPr>
          <a:xfrm>
            <a:off x="7416963" y="3121794"/>
            <a:ext cx="1799279" cy="1097726"/>
          </a:xfrm>
          <a:prstGeom prst="rect">
            <a:avLst/>
          </a:prstGeom>
          <a:noFill/>
          <a:ln>
            <a:noFill/>
          </a:ln>
        </p:spPr>
      </p:sp>
      <p:sp>
        <p:nvSpPr>
          <p:cNvPr id="260" name="Google Shape;260;p21"/>
          <p:cNvSpPr>
            <a:spLocks noGrp="1"/>
          </p:cNvSpPr>
          <p:nvPr>
            <p:ph type="pic" idx="5"/>
          </p:nvPr>
        </p:nvSpPr>
        <p:spPr>
          <a:xfrm>
            <a:off x="5933589" y="3121794"/>
            <a:ext cx="1799125" cy="1097726"/>
          </a:xfrm>
          <a:prstGeom prst="rect">
            <a:avLst/>
          </a:prstGeom>
          <a:noFill/>
          <a:ln>
            <a:noFill/>
          </a:ln>
        </p:spPr>
      </p:sp>
      <p:sp>
        <p:nvSpPr>
          <p:cNvPr id="261" name="Google Shape;261;p21"/>
          <p:cNvSpPr>
            <a:spLocks noGrp="1"/>
          </p:cNvSpPr>
          <p:nvPr>
            <p:ph type="pic" idx="6"/>
          </p:nvPr>
        </p:nvSpPr>
        <p:spPr>
          <a:xfrm>
            <a:off x="4450214" y="3121794"/>
            <a:ext cx="1799279" cy="1097726"/>
          </a:xfrm>
          <a:prstGeom prst="rect">
            <a:avLst/>
          </a:prstGeom>
          <a:noFill/>
          <a:ln>
            <a:noFill/>
          </a:ln>
        </p:spPr>
      </p:sp>
      <p:sp>
        <p:nvSpPr>
          <p:cNvPr id="262" name="Google Shape;262;p21"/>
          <p:cNvSpPr>
            <a:spLocks noGrp="1"/>
          </p:cNvSpPr>
          <p:nvPr>
            <p:ph type="pic" idx="7"/>
          </p:nvPr>
        </p:nvSpPr>
        <p:spPr>
          <a:xfrm>
            <a:off x="2966838" y="3121794"/>
            <a:ext cx="1799279" cy="1097726"/>
          </a:xfrm>
          <a:prstGeom prst="rect">
            <a:avLst/>
          </a:prstGeom>
          <a:noFill/>
          <a:ln>
            <a:noFill/>
          </a:ln>
        </p:spPr>
      </p:sp>
      <p:sp>
        <p:nvSpPr>
          <p:cNvPr id="263" name="Google Shape;263;p21"/>
          <p:cNvSpPr>
            <a:spLocks noGrp="1"/>
          </p:cNvSpPr>
          <p:nvPr>
            <p:ph type="pic" idx="8"/>
          </p:nvPr>
        </p:nvSpPr>
        <p:spPr>
          <a:xfrm>
            <a:off x="1483375" y="3121794"/>
            <a:ext cx="1799279" cy="1097726"/>
          </a:xfrm>
          <a:prstGeom prst="rect">
            <a:avLst/>
          </a:prstGeom>
          <a:noFill/>
          <a:ln>
            <a:noFill/>
          </a:ln>
        </p:spPr>
      </p:sp>
      <p:sp>
        <p:nvSpPr>
          <p:cNvPr id="264" name="Google Shape;264;p21"/>
          <p:cNvSpPr>
            <a:spLocks noGrp="1"/>
          </p:cNvSpPr>
          <p:nvPr>
            <p:ph type="pic" idx="9"/>
          </p:nvPr>
        </p:nvSpPr>
        <p:spPr>
          <a:xfrm>
            <a:off x="1" y="3121794"/>
            <a:ext cx="1799279" cy="1097726"/>
          </a:xfrm>
          <a:prstGeom prst="rect">
            <a:avLst/>
          </a:prstGeom>
          <a:noFill/>
          <a:ln>
            <a:noFill/>
          </a:ln>
        </p:spPr>
      </p:sp>
      <p:sp>
        <p:nvSpPr>
          <p:cNvPr id="265" name="Google Shape;26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6" name="Google Shape;26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7" name="Google Shape;2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68" name="Google Shape;268;p21"/>
          <p:cNvSpPr txBox="1">
            <a:spLocks noGrp="1"/>
          </p:cNvSpPr>
          <p:nvPr>
            <p:ph type="title"/>
          </p:nvPr>
        </p:nvSpPr>
        <p:spPr>
          <a:xfrm>
            <a:off x="1034142" y="670094"/>
            <a:ext cx="10134601" cy="924808"/>
          </a:xfrm>
          <a:prstGeom prst="rect">
            <a:avLst/>
          </a:prstGeom>
          <a:noFill/>
          <a:ln>
            <a:noFill/>
          </a:ln>
        </p:spPr>
        <p:txBody>
          <a:bodyPr spcFirstLastPara="1" wrap="square" lIns="0" tIns="45700" rIns="91425" bIns="45700" anchor="ctr" anchorCtr="0">
            <a:normAutofit/>
          </a:bodyPr>
          <a:lstStyle>
            <a:lvl1pPr lvl="0" algn="ctr">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9" name="Google Shape;269;p21"/>
          <p:cNvSpPr txBox="1">
            <a:spLocks noGrp="1"/>
          </p:cNvSpPr>
          <p:nvPr>
            <p:ph type="body" idx="1"/>
          </p:nvPr>
        </p:nvSpPr>
        <p:spPr>
          <a:xfrm>
            <a:off x="0" y="2325820"/>
            <a:ext cx="1799279"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0" name="Google Shape;270;p21"/>
          <p:cNvSpPr txBox="1">
            <a:spLocks noGrp="1"/>
          </p:cNvSpPr>
          <p:nvPr>
            <p:ph type="body" idx="13"/>
          </p:nvPr>
        </p:nvSpPr>
        <p:spPr>
          <a:xfrm>
            <a:off x="409" y="2586626"/>
            <a:ext cx="1798870"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1" name="Google Shape;271;p21"/>
          <p:cNvSpPr txBox="1">
            <a:spLocks noGrp="1"/>
          </p:cNvSpPr>
          <p:nvPr>
            <p:ph type="body" idx="14"/>
          </p:nvPr>
        </p:nvSpPr>
        <p:spPr>
          <a:xfrm>
            <a:off x="3429000" y="2325820"/>
            <a:ext cx="1337117"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2" name="Google Shape;272;p21"/>
          <p:cNvSpPr txBox="1">
            <a:spLocks noGrp="1"/>
          </p:cNvSpPr>
          <p:nvPr>
            <p:ph type="body" idx="15"/>
          </p:nvPr>
        </p:nvSpPr>
        <p:spPr>
          <a:xfrm>
            <a:off x="3429005" y="2586626"/>
            <a:ext cx="1336813"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3" name="Google Shape;273;p21"/>
          <p:cNvSpPr txBox="1">
            <a:spLocks noGrp="1"/>
          </p:cNvSpPr>
          <p:nvPr>
            <p:ph type="body" idx="16"/>
          </p:nvPr>
        </p:nvSpPr>
        <p:spPr>
          <a:xfrm>
            <a:off x="6395597" y="2325820"/>
            <a:ext cx="1337117"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4" name="Google Shape;274;p21"/>
          <p:cNvSpPr txBox="1">
            <a:spLocks noGrp="1"/>
          </p:cNvSpPr>
          <p:nvPr>
            <p:ph type="body" idx="17"/>
          </p:nvPr>
        </p:nvSpPr>
        <p:spPr>
          <a:xfrm>
            <a:off x="6395602" y="2586626"/>
            <a:ext cx="1336813"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5" name="Google Shape;275;p21"/>
          <p:cNvSpPr txBox="1">
            <a:spLocks noGrp="1"/>
          </p:cNvSpPr>
          <p:nvPr>
            <p:ph type="body" idx="18"/>
          </p:nvPr>
        </p:nvSpPr>
        <p:spPr>
          <a:xfrm>
            <a:off x="9371508" y="2325820"/>
            <a:ext cx="1337117"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6" name="Google Shape;276;p21"/>
          <p:cNvSpPr txBox="1">
            <a:spLocks noGrp="1"/>
          </p:cNvSpPr>
          <p:nvPr>
            <p:ph type="body" idx="19"/>
          </p:nvPr>
        </p:nvSpPr>
        <p:spPr>
          <a:xfrm>
            <a:off x="9371513" y="2586626"/>
            <a:ext cx="1336813"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7" name="Google Shape;277;p21"/>
          <p:cNvSpPr txBox="1">
            <a:spLocks noGrp="1"/>
          </p:cNvSpPr>
          <p:nvPr>
            <p:ph type="body" idx="20"/>
          </p:nvPr>
        </p:nvSpPr>
        <p:spPr>
          <a:xfrm>
            <a:off x="1483375" y="4507480"/>
            <a:ext cx="1337117"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8" name="Google Shape;278;p21"/>
          <p:cNvSpPr txBox="1">
            <a:spLocks noGrp="1"/>
          </p:cNvSpPr>
          <p:nvPr>
            <p:ph type="body" idx="21"/>
          </p:nvPr>
        </p:nvSpPr>
        <p:spPr>
          <a:xfrm>
            <a:off x="1483380" y="4768286"/>
            <a:ext cx="1336813"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9" name="Google Shape;279;p21"/>
          <p:cNvSpPr txBox="1">
            <a:spLocks noGrp="1"/>
          </p:cNvSpPr>
          <p:nvPr>
            <p:ph type="body" idx="22"/>
          </p:nvPr>
        </p:nvSpPr>
        <p:spPr>
          <a:xfrm>
            <a:off x="4457493" y="4507480"/>
            <a:ext cx="1337117"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0" name="Google Shape;280;p21"/>
          <p:cNvSpPr txBox="1">
            <a:spLocks noGrp="1"/>
          </p:cNvSpPr>
          <p:nvPr>
            <p:ph type="body" idx="23"/>
          </p:nvPr>
        </p:nvSpPr>
        <p:spPr>
          <a:xfrm>
            <a:off x="4457498" y="4768286"/>
            <a:ext cx="1336813"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1" name="Google Shape;281;p21"/>
          <p:cNvSpPr txBox="1">
            <a:spLocks noGrp="1"/>
          </p:cNvSpPr>
          <p:nvPr>
            <p:ph type="body" idx="24"/>
          </p:nvPr>
        </p:nvSpPr>
        <p:spPr>
          <a:xfrm>
            <a:off x="7416963" y="4502202"/>
            <a:ext cx="1337117"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2" name="Google Shape;282;p21"/>
          <p:cNvSpPr txBox="1">
            <a:spLocks noGrp="1"/>
          </p:cNvSpPr>
          <p:nvPr>
            <p:ph type="body" idx="25"/>
          </p:nvPr>
        </p:nvSpPr>
        <p:spPr>
          <a:xfrm>
            <a:off x="7416968" y="4763008"/>
            <a:ext cx="1336813"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3" name="Google Shape;283;p21"/>
          <p:cNvSpPr txBox="1">
            <a:spLocks noGrp="1"/>
          </p:cNvSpPr>
          <p:nvPr>
            <p:ph type="body" idx="26"/>
          </p:nvPr>
        </p:nvSpPr>
        <p:spPr>
          <a:xfrm>
            <a:off x="10376433" y="4527297"/>
            <a:ext cx="1799279" cy="320381"/>
          </a:xfrm>
          <a:prstGeom prst="rect">
            <a:avLst/>
          </a:prstGeom>
          <a:noFill/>
          <a:ln>
            <a:noFill/>
          </a:ln>
        </p:spPr>
        <p:txBody>
          <a:bodyPr spcFirstLastPara="1" wrap="square" lIns="0" tIns="45700" rIns="91425" bIns="45700" anchor="ctr" anchorCtr="0">
            <a:noAutofit/>
          </a:bodyPr>
          <a:lstStyle>
            <a:lvl1pPr marL="457200" lvl="0" indent="-228600" algn="ctr">
              <a:lnSpc>
                <a:spcPct val="90000"/>
              </a:lnSpc>
              <a:spcBef>
                <a:spcPts val="1000"/>
              </a:spcBef>
              <a:spcAft>
                <a:spcPts val="0"/>
              </a:spcAft>
              <a:buClr>
                <a:schemeClr val="accent1"/>
              </a:buClr>
              <a:buSzPts val="1200"/>
              <a:buNone/>
              <a:defRPr sz="12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4" name="Google Shape;284;p21"/>
          <p:cNvSpPr txBox="1">
            <a:spLocks noGrp="1"/>
          </p:cNvSpPr>
          <p:nvPr>
            <p:ph type="body" idx="27"/>
          </p:nvPr>
        </p:nvSpPr>
        <p:spPr>
          <a:xfrm>
            <a:off x="10376438" y="4788103"/>
            <a:ext cx="1798870" cy="361598"/>
          </a:xfrm>
          <a:prstGeom prst="rect">
            <a:avLst/>
          </a:prstGeom>
          <a:noFill/>
          <a:ln>
            <a:noFill/>
          </a:ln>
        </p:spPr>
        <p:txBody>
          <a:bodyPr spcFirstLastPara="1" wrap="square" lIns="0" tIns="45700" rIns="91425" bIns="45700" anchor="t" anchorCtr="0">
            <a:normAutofit/>
          </a:bodyPr>
          <a:lstStyle>
            <a:lvl1pPr marL="457200" lvl="0" indent="-228600" algn="ctr">
              <a:lnSpc>
                <a:spcPct val="150000"/>
              </a:lnSpc>
              <a:spcBef>
                <a:spcPts val="1000"/>
              </a:spcBef>
              <a:spcAft>
                <a:spcPts val="0"/>
              </a:spcAft>
              <a:buClr>
                <a:schemeClr val="lt1"/>
              </a:buClr>
              <a:buSzPts val="900"/>
              <a:buFont typeface="Arial"/>
              <a:buNone/>
              <a:defRPr sz="900">
                <a:solidFill>
                  <a:schemeClr val="lt1"/>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4 column with icons">
  <p:cSld name="Content 4 column with icons">
    <p:spTree>
      <p:nvGrpSpPr>
        <p:cNvPr id="1" name="Shape 285"/>
        <p:cNvGrpSpPr/>
        <p:nvPr/>
      </p:nvGrpSpPr>
      <p:grpSpPr>
        <a:xfrm>
          <a:off x="0" y="0"/>
          <a:ext cx="0" cy="0"/>
          <a:chOff x="0" y="0"/>
          <a:chExt cx="0" cy="0"/>
        </a:xfrm>
      </p:grpSpPr>
      <p:sp>
        <p:nvSpPr>
          <p:cNvPr id="286" name="Google Shape;286;p22"/>
          <p:cNvSpPr txBox="1">
            <a:spLocks noGrp="1"/>
          </p:cNvSpPr>
          <p:nvPr>
            <p:ph type="title"/>
          </p:nvPr>
        </p:nvSpPr>
        <p:spPr>
          <a:xfrm>
            <a:off x="1034142" y="1110286"/>
            <a:ext cx="10515600" cy="924808"/>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90" name="Google Shape;290;p22"/>
          <p:cNvCxnSpPr/>
          <p:nvPr/>
        </p:nvCxnSpPr>
        <p:spPr>
          <a:xfrm>
            <a:off x="1121228" y="0"/>
            <a:ext cx="0" cy="1110286"/>
          </a:xfrm>
          <a:prstGeom prst="straightConnector1">
            <a:avLst/>
          </a:prstGeom>
          <a:noFill/>
          <a:ln w="19050" cap="flat" cmpd="sng">
            <a:solidFill>
              <a:schemeClr val="accent1"/>
            </a:solidFill>
            <a:prstDash val="solid"/>
            <a:miter lim="800000"/>
            <a:headEnd type="none" w="sm" len="sm"/>
            <a:tailEnd type="none" w="sm" len="sm"/>
          </a:ln>
        </p:spPr>
      </p:cxnSp>
      <p:sp>
        <p:nvSpPr>
          <p:cNvPr id="291" name="Google Shape;291;p22"/>
          <p:cNvSpPr txBox="1">
            <a:spLocks noGrp="1"/>
          </p:cNvSpPr>
          <p:nvPr>
            <p:ph type="body" idx="1"/>
          </p:nvPr>
        </p:nvSpPr>
        <p:spPr>
          <a:xfrm>
            <a:off x="838200" y="3788813"/>
            <a:ext cx="2330726" cy="804859"/>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rgbClr val="FEFEFE"/>
              </a:buClr>
              <a:buSzPts val="3200"/>
              <a:buNone/>
              <a:defRPr sz="3200">
                <a:solidFill>
                  <a:srgbClr val="FEFEFE"/>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92" name="Google Shape;292;p22"/>
          <p:cNvSpPr txBox="1">
            <a:spLocks noGrp="1"/>
          </p:cNvSpPr>
          <p:nvPr>
            <p:ph type="body" idx="2"/>
          </p:nvPr>
        </p:nvSpPr>
        <p:spPr>
          <a:xfrm>
            <a:off x="838200" y="5120722"/>
            <a:ext cx="2330726" cy="853167"/>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1000"/>
              </a:spcBef>
              <a:spcAft>
                <a:spcPts val="0"/>
              </a:spcAft>
              <a:buClr>
                <a:srgbClr val="FEFEFE"/>
              </a:buClr>
              <a:buSzPts val="1200"/>
              <a:buNone/>
              <a:defRPr sz="1200">
                <a:solidFill>
                  <a:srgbClr val="FEFEFE"/>
                </a:solidFill>
              </a:defRPr>
            </a:lvl1pPr>
            <a:lvl2pPr marL="914400" lvl="1" indent="-228600" algn="l">
              <a:lnSpc>
                <a:spcPct val="100000"/>
              </a:lnSpc>
              <a:spcBef>
                <a:spcPts val="500"/>
              </a:spcBef>
              <a:spcAft>
                <a:spcPts val="0"/>
              </a:spcAft>
              <a:buClr>
                <a:schemeClr val="lt1"/>
              </a:buClr>
              <a:buSzPts val="1400"/>
              <a:buNone/>
              <a:defRPr sz="1400"/>
            </a:lvl2pPr>
            <a:lvl3pPr marL="1371600" lvl="2" indent="-228600" algn="l">
              <a:lnSpc>
                <a:spcPct val="100000"/>
              </a:lnSpc>
              <a:spcBef>
                <a:spcPts val="500"/>
              </a:spcBef>
              <a:spcAft>
                <a:spcPts val="0"/>
              </a:spcAft>
              <a:buClr>
                <a:schemeClr val="lt1"/>
              </a:buClr>
              <a:buSzPts val="1400"/>
              <a:buNone/>
              <a:defRPr sz="1400"/>
            </a:lvl3pPr>
            <a:lvl4pPr marL="1828800" lvl="3" indent="-228600" algn="l">
              <a:lnSpc>
                <a:spcPct val="100000"/>
              </a:lnSpc>
              <a:spcBef>
                <a:spcPts val="500"/>
              </a:spcBef>
              <a:spcAft>
                <a:spcPts val="0"/>
              </a:spcAft>
              <a:buClr>
                <a:schemeClr val="lt1"/>
              </a:buClr>
              <a:buSzPts val="1400"/>
              <a:buNone/>
              <a:defRPr sz="1400"/>
            </a:lvl4pPr>
            <a:lvl5pPr marL="2286000" lvl="4" indent="-228600" algn="l">
              <a:lnSpc>
                <a:spcPct val="100000"/>
              </a:lnSpc>
              <a:spcBef>
                <a:spcPts val="5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3" name="Google Shape;293;p22"/>
          <p:cNvSpPr txBox="1">
            <a:spLocks noGrp="1"/>
          </p:cNvSpPr>
          <p:nvPr>
            <p:ph type="body" idx="3"/>
          </p:nvPr>
        </p:nvSpPr>
        <p:spPr>
          <a:xfrm>
            <a:off x="3562665" y="3788813"/>
            <a:ext cx="2342205" cy="804859"/>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rgbClr val="FEFEFE"/>
              </a:buClr>
              <a:buSzPts val="3200"/>
              <a:buNone/>
              <a:defRPr sz="3200">
                <a:solidFill>
                  <a:srgbClr val="FEFEFE"/>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94" name="Google Shape;294;p22"/>
          <p:cNvSpPr txBox="1">
            <a:spLocks noGrp="1"/>
          </p:cNvSpPr>
          <p:nvPr>
            <p:ph type="body" idx="4"/>
          </p:nvPr>
        </p:nvSpPr>
        <p:spPr>
          <a:xfrm>
            <a:off x="3562665" y="5120722"/>
            <a:ext cx="2342205" cy="853167"/>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1000"/>
              </a:spcBef>
              <a:spcAft>
                <a:spcPts val="0"/>
              </a:spcAft>
              <a:buClr>
                <a:srgbClr val="FEFEFE"/>
              </a:buClr>
              <a:buSzPts val="1200"/>
              <a:buNone/>
              <a:defRPr sz="1200">
                <a:solidFill>
                  <a:srgbClr val="FEFEFE"/>
                </a:solidFill>
              </a:defRPr>
            </a:lvl1pPr>
            <a:lvl2pPr marL="914400" lvl="1" indent="-228600" algn="l">
              <a:lnSpc>
                <a:spcPct val="100000"/>
              </a:lnSpc>
              <a:spcBef>
                <a:spcPts val="500"/>
              </a:spcBef>
              <a:spcAft>
                <a:spcPts val="0"/>
              </a:spcAft>
              <a:buClr>
                <a:schemeClr val="lt1"/>
              </a:buClr>
              <a:buSzPts val="1400"/>
              <a:buNone/>
              <a:defRPr sz="1400"/>
            </a:lvl2pPr>
            <a:lvl3pPr marL="1371600" lvl="2" indent="-228600" algn="l">
              <a:lnSpc>
                <a:spcPct val="100000"/>
              </a:lnSpc>
              <a:spcBef>
                <a:spcPts val="500"/>
              </a:spcBef>
              <a:spcAft>
                <a:spcPts val="0"/>
              </a:spcAft>
              <a:buClr>
                <a:schemeClr val="lt1"/>
              </a:buClr>
              <a:buSzPts val="1400"/>
              <a:buNone/>
              <a:defRPr sz="1400"/>
            </a:lvl3pPr>
            <a:lvl4pPr marL="1828800" lvl="3" indent="-228600" algn="l">
              <a:lnSpc>
                <a:spcPct val="100000"/>
              </a:lnSpc>
              <a:spcBef>
                <a:spcPts val="500"/>
              </a:spcBef>
              <a:spcAft>
                <a:spcPts val="0"/>
              </a:spcAft>
              <a:buClr>
                <a:schemeClr val="lt1"/>
              </a:buClr>
              <a:buSzPts val="1400"/>
              <a:buNone/>
              <a:defRPr sz="1400"/>
            </a:lvl4pPr>
            <a:lvl5pPr marL="2286000" lvl="4" indent="-228600" algn="l">
              <a:lnSpc>
                <a:spcPct val="100000"/>
              </a:lnSpc>
              <a:spcBef>
                <a:spcPts val="5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5" name="Google Shape;295;p22"/>
          <p:cNvSpPr txBox="1">
            <a:spLocks noGrp="1"/>
          </p:cNvSpPr>
          <p:nvPr>
            <p:ph type="body" idx="5"/>
          </p:nvPr>
        </p:nvSpPr>
        <p:spPr>
          <a:xfrm>
            <a:off x="6298609" y="3788813"/>
            <a:ext cx="2330726" cy="804859"/>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rgbClr val="FEFEFE"/>
              </a:buClr>
              <a:buSzPts val="3200"/>
              <a:buNone/>
              <a:defRPr sz="3200">
                <a:solidFill>
                  <a:srgbClr val="FEFEFE"/>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96" name="Google Shape;296;p22"/>
          <p:cNvSpPr txBox="1">
            <a:spLocks noGrp="1"/>
          </p:cNvSpPr>
          <p:nvPr>
            <p:ph type="body" idx="6"/>
          </p:nvPr>
        </p:nvSpPr>
        <p:spPr>
          <a:xfrm>
            <a:off x="6298609" y="5120722"/>
            <a:ext cx="2330726" cy="853167"/>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1000"/>
              </a:spcBef>
              <a:spcAft>
                <a:spcPts val="0"/>
              </a:spcAft>
              <a:buClr>
                <a:srgbClr val="FEFEFE"/>
              </a:buClr>
              <a:buSzPts val="1200"/>
              <a:buNone/>
              <a:defRPr sz="1200">
                <a:solidFill>
                  <a:srgbClr val="FEFEFE"/>
                </a:solidFill>
              </a:defRPr>
            </a:lvl1pPr>
            <a:lvl2pPr marL="914400" lvl="1" indent="-228600" algn="l">
              <a:lnSpc>
                <a:spcPct val="100000"/>
              </a:lnSpc>
              <a:spcBef>
                <a:spcPts val="500"/>
              </a:spcBef>
              <a:spcAft>
                <a:spcPts val="0"/>
              </a:spcAft>
              <a:buClr>
                <a:schemeClr val="lt1"/>
              </a:buClr>
              <a:buSzPts val="1400"/>
              <a:buNone/>
              <a:defRPr sz="1400"/>
            </a:lvl2pPr>
            <a:lvl3pPr marL="1371600" lvl="2" indent="-228600" algn="l">
              <a:lnSpc>
                <a:spcPct val="100000"/>
              </a:lnSpc>
              <a:spcBef>
                <a:spcPts val="500"/>
              </a:spcBef>
              <a:spcAft>
                <a:spcPts val="0"/>
              </a:spcAft>
              <a:buClr>
                <a:schemeClr val="lt1"/>
              </a:buClr>
              <a:buSzPts val="1400"/>
              <a:buNone/>
              <a:defRPr sz="1400"/>
            </a:lvl3pPr>
            <a:lvl4pPr marL="1828800" lvl="3" indent="-228600" algn="l">
              <a:lnSpc>
                <a:spcPct val="100000"/>
              </a:lnSpc>
              <a:spcBef>
                <a:spcPts val="500"/>
              </a:spcBef>
              <a:spcAft>
                <a:spcPts val="0"/>
              </a:spcAft>
              <a:buClr>
                <a:schemeClr val="lt1"/>
              </a:buClr>
              <a:buSzPts val="1400"/>
              <a:buNone/>
              <a:defRPr sz="1400"/>
            </a:lvl4pPr>
            <a:lvl5pPr marL="2286000" lvl="4" indent="-228600" algn="l">
              <a:lnSpc>
                <a:spcPct val="100000"/>
              </a:lnSpc>
              <a:spcBef>
                <a:spcPts val="5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7" name="Google Shape;297;p22"/>
          <p:cNvSpPr txBox="1">
            <a:spLocks noGrp="1"/>
          </p:cNvSpPr>
          <p:nvPr>
            <p:ph type="body" idx="7"/>
          </p:nvPr>
        </p:nvSpPr>
        <p:spPr>
          <a:xfrm>
            <a:off x="9023074" y="3788457"/>
            <a:ext cx="2330726" cy="804859"/>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rgbClr val="FEFEFE"/>
              </a:buClr>
              <a:buSzPts val="3200"/>
              <a:buNone/>
              <a:defRPr sz="3200">
                <a:solidFill>
                  <a:srgbClr val="FEFEFE"/>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98" name="Google Shape;298;p22"/>
          <p:cNvSpPr txBox="1">
            <a:spLocks noGrp="1"/>
          </p:cNvSpPr>
          <p:nvPr>
            <p:ph type="body" idx="8"/>
          </p:nvPr>
        </p:nvSpPr>
        <p:spPr>
          <a:xfrm>
            <a:off x="9023074" y="5120366"/>
            <a:ext cx="2330726" cy="853167"/>
          </a:xfrm>
          <a:prstGeom prst="rect">
            <a:avLst/>
          </a:prstGeom>
          <a:noFill/>
          <a:ln>
            <a:noFill/>
          </a:ln>
        </p:spPr>
        <p:txBody>
          <a:bodyPr spcFirstLastPara="1" wrap="square" lIns="0" tIns="45700" rIns="0" bIns="45700" anchor="t" anchorCtr="0">
            <a:normAutofit/>
          </a:bodyPr>
          <a:lstStyle>
            <a:lvl1pPr marL="457200" lvl="0" indent="-228600" algn="ctr">
              <a:lnSpc>
                <a:spcPct val="100000"/>
              </a:lnSpc>
              <a:spcBef>
                <a:spcPts val="1000"/>
              </a:spcBef>
              <a:spcAft>
                <a:spcPts val="0"/>
              </a:spcAft>
              <a:buClr>
                <a:srgbClr val="FEFEFE"/>
              </a:buClr>
              <a:buSzPts val="1200"/>
              <a:buNone/>
              <a:defRPr sz="1200">
                <a:solidFill>
                  <a:srgbClr val="FEFEFE"/>
                </a:solidFill>
              </a:defRPr>
            </a:lvl1pPr>
            <a:lvl2pPr marL="914400" lvl="1" indent="-228600" algn="l">
              <a:lnSpc>
                <a:spcPct val="100000"/>
              </a:lnSpc>
              <a:spcBef>
                <a:spcPts val="500"/>
              </a:spcBef>
              <a:spcAft>
                <a:spcPts val="0"/>
              </a:spcAft>
              <a:buClr>
                <a:schemeClr val="lt1"/>
              </a:buClr>
              <a:buSzPts val="1400"/>
              <a:buNone/>
              <a:defRPr sz="1400"/>
            </a:lvl2pPr>
            <a:lvl3pPr marL="1371600" lvl="2" indent="-228600" algn="l">
              <a:lnSpc>
                <a:spcPct val="100000"/>
              </a:lnSpc>
              <a:spcBef>
                <a:spcPts val="500"/>
              </a:spcBef>
              <a:spcAft>
                <a:spcPts val="0"/>
              </a:spcAft>
              <a:buClr>
                <a:schemeClr val="lt1"/>
              </a:buClr>
              <a:buSzPts val="1400"/>
              <a:buNone/>
              <a:defRPr sz="1400"/>
            </a:lvl3pPr>
            <a:lvl4pPr marL="1828800" lvl="3" indent="-228600" algn="l">
              <a:lnSpc>
                <a:spcPct val="100000"/>
              </a:lnSpc>
              <a:spcBef>
                <a:spcPts val="500"/>
              </a:spcBef>
              <a:spcAft>
                <a:spcPts val="0"/>
              </a:spcAft>
              <a:buClr>
                <a:schemeClr val="lt1"/>
              </a:buClr>
              <a:buSzPts val="1400"/>
              <a:buNone/>
              <a:defRPr sz="1400"/>
            </a:lvl4pPr>
            <a:lvl5pPr marL="2286000" lvl="4" indent="-228600" algn="l">
              <a:lnSpc>
                <a:spcPct val="100000"/>
              </a:lnSpc>
              <a:spcBef>
                <a:spcPts val="500"/>
              </a:spcBef>
              <a:spcAft>
                <a:spcPts val="0"/>
              </a:spcAft>
              <a:buClr>
                <a:schemeClr val="lt1"/>
              </a:buClr>
              <a:buSzPts val="1400"/>
              <a:buNone/>
              <a:defRPr sz="14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9" name="Google Shape;299;p22"/>
          <p:cNvSpPr txBox="1">
            <a:spLocks noGrp="1"/>
          </p:cNvSpPr>
          <p:nvPr>
            <p:ph type="body" idx="9"/>
          </p:nvPr>
        </p:nvSpPr>
        <p:spPr>
          <a:xfrm>
            <a:off x="838200" y="4464810"/>
            <a:ext cx="2330726" cy="438505"/>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0" name="Google Shape;300;p22"/>
          <p:cNvSpPr txBox="1">
            <a:spLocks noGrp="1"/>
          </p:cNvSpPr>
          <p:nvPr>
            <p:ph type="body" idx="13"/>
          </p:nvPr>
        </p:nvSpPr>
        <p:spPr>
          <a:xfrm>
            <a:off x="6298609" y="4464810"/>
            <a:ext cx="2330726" cy="438505"/>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1" name="Google Shape;301;p22"/>
          <p:cNvSpPr txBox="1">
            <a:spLocks noGrp="1"/>
          </p:cNvSpPr>
          <p:nvPr>
            <p:ph type="body" idx="14"/>
          </p:nvPr>
        </p:nvSpPr>
        <p:spPr>
          <a:xfrm>
            <a:off x="9023074" y="4464454"/>
            <a:ext cx="2330726" cy="438505"/>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2" name="Google Shape;302;p22"/>
          <p:cNvSpPr txBox="1">
            <a:spLocks noGrp="1"/>
          </p:cNvSpPr>
          <p:nvPr>
            <p:ph type="body" idx="15"/>
          </p:nvPr>
        </p:nvSpPr>
        <p:spPr>
          <a:xfrm>
            <a:off x="3568700" y="4464453"/>
            <a:ext cx="2330726" cy="438505"/>
          </a:xfrm>
          <a:prstGeom prst="rect">
            <a:avLst/>
          </a:prstGeom>
          <a:noFill/>
          <a:ln>
            <a:noFill/>
          </a:ln>
        </p:spPr>
        <p:txBody>
          <a:bodyPr spcFirstLastPara="1" wrap="square" lIns="0" tIns="45700" rIns="0" bIns="45700" anchor="b" anchorCtr="0">
            <a:noAutofit/>
          </a:bodyPr>
          <a:lstStyle>
            <a:lvl1pPr marL="457200" lvl="0" indent="-228600" algn="ctr">
              <a:lnSpc>
                <a:spcPct val="90000"/>
              </a:lnSpc>
              <a:spcBef>
                <a:spcPts val="1000"/>
              </a:spcBef>
              <a:spcAft>
                <a:spcPts val="0"/>
              </a:spcAft>
              <a:buClr>
                <a:schemeClr val="accent1"/>
              </a:buClr>
              <a:buSzPts val="1400"/>
              <a:buNone/>
              <a:defRPr sz="14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with pic M">
  <p:cSld name="Title and Content with pic M">
    <p:spTree>
      <p:nvGrpSpPr>
        <p:cNvPr id="1" name="Shape 303"/>
        <p:cNvGrpSpPr/>
        <p:nvPr/>
      </p:nvGrpSpPr>
      <p:grpSpPr>
        <a:xfrm>
          <a:off x="0" y="0"/>
          <a:ext cx="0" cy="0"/>
          <a:chOff x="0" y="0"/>
          <a:chExt cx="0" cy="0"/>
        </a:xfrm>
      </p:grpSpPr>
      <p:sp>
        <p:nvSpPr>
          <p:cNvPr id="304" name="Google Shape;304;p23"/>
          <p:cNvSpPr>
            <a:spLocks noGrp="1"/>
          </p:cNvSpPr>
          <p:nvPr>
            <p:ph type="pic" idx="2"/>
          </p:nvPr>
        </p:nvSpPr>
        <p:spPr>
          <a:xfrm>
            <a:off x="0" y="0"/>
            <a:ext cx="6508046" cy="6858000"/>
          </a:xfrm>
          <a:prstGeom prst="rect">
            <a:avLst/>
          </a:prstGeom>
          <a:noFill/>
          <a:ln>
            <a:noFill/>
          </a:ln>
        </p:spPr>
      </p:sp>
      <p:sp>
        <p:nvSpPr>
          <p:cNvPr id="305" name="Google Shape;305;p23"/>
          <p:cNvSpPr txBox="1">
            <a:spLocks noGrp="1"/>
          </p:cNvSpPr>
          <p:nvPr>
            <p:ph type="body" idx="1"/>
          </p:nvPr>
        </p:nvSpPr>
        <p:spPr>
          <a:xfrm>
            <a:off x="7260771" y="4136571"/>
            <a:ext cx="3907972" cy="1883230"/>
          </a:xfrm>
          <a:prstGeom prst="rect">
            <a:avLst/>
          </a:prstGeom>
          <a:noFill/>
          <a:ln>
            <a:noFill/>
          </a:ln>
        </p:spPr>
        <p:txBody>
          <a:bodyPr spcFirstLastPara="1" wrap="square" lIns="0" tIns="45700" rIns="91425" bIns="45700" anchor="t" anchorCtr="0">
            <a:normAutofit/>
          </a:bodyPr>
          <a:lstStyle>
            <a:lvl1pPr marL="457200" lvl="0" indent="-228600" algn="l">
              <a:lnSpc>
                <a:spcPct val="150000"/>
              </a:lnSpc>
              <a:spcBef>
                <a:spcPts val="1000"/>
              </a:spcBef>
              <a:spcAft>
                <a:spcPts val="0"/>
              </a:spcAft>
              <a:buClr>
                <a:schemeClr val="lt1"/>
              </a:buClr>
              <a:buSzPts val="1200"/>
              <a:buNone/>
              <a:defRPr sz="1200"/>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6" name="Google Shape;306;p23"/>
          <p:cNvSpPr txBox="1">
            <a:spLocks noGrp="1"/>
          </p:cNvSpPr>
          <p:nvPr>
            <p:ph type="dt" idx="10"/>
          </p:nvPr>
        </p:nvSpPr>
        <p:spPr>
          <a:xfrm>
            <a:off x="838200" y="6356350"/>
            <a:ext cx="16437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p23"/>
          <p:cNvSpPr txBox="1">
            <a:spLocks noGrp="1"/>
          </p:cNvSpPr>
          <p:nvPr>
            <p:ph type="ftr" idx="11"/>
          </p:nvPr>
        </p:nvSpPr>
        <p:spPr>
          <a:xfrm>
            <a:off x="4332514" y="6356350"/>
            <a:ext cx="217553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09" name="Google Shape;309;p23"/>
          <p:cNvSpPr txBox="1">
            <a:spLocks noGrp="1"/>
          </p:cNvSpPr>
          <p:nvPr>
            <p:ph type="title"/>
          </p:nvPr>
        </p:nvSpPr>
        <p:spPr>
          <a:xfrm>
            <a:off x="7260771" y="3363686"/>
            <a:ext cx="3907972" cy="555171"/>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chemeClr val="accent1"/>
              </a:buClr>
              <a:buSzPts val="2800"/>
              <a:buFont typeface="Arial"/>
              <a:buNone/>
              <a:defRPr sz="2800"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310" name="Google Shape;310;p23"/>
          <p:cNvCxnSpPr/>
          <p:nvPr/>
        </p:nvCxnSpPr>
        <p:spPr>
          <a:xfrm>
            <a:off x="7271657" y="0"/>
            <a:ext cx="0" cy="3124200"/>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Arial"/>
              <a:buNone/>
              <a:defRPr sz="44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E8E8E"/>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E8E8E"/>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E8E8E"/>
                </a:solidFill>
                <a:latin typeface="Arial"/>
                <a:ea typeface="Arial"/>
                <a:cs typeface="Arial"/>
                <a:sym typeface="Arial"/>
              </a:defRPr>
            </a:lvl1pPr>
            <a:lvl2pPr marL="0" marR="0" lvl="1" indent="0" algn="r" rtl="0">
              <a:spcBef>
                <a:spcPts val="0"/>
              </a:spcBef>
              <a:buNone/>
              <a:defRPr sz="900" b="0" i="0" u="none" strike="noStrike" cap="none">
                <a:solidFill>
                  <a:srgbClr val="8E8E8E"/>
                </a:solidFill>
                <a:latin typeface="Arial"/>
                <a:ea typeface="Arial"/>
                <a:cs typeface="Arial"/>
                <a:sym typeface="Arial"/>
              </a:defRPr>
            </a:lvl2pPr>
            <a:lvl3pPr marL="0" marR="0" lvl="2" indent="0" algn="r" rtl="0">
              <a:spcBef>
                <a:spcPts val="0"/>
              </a:spcBef>
              <a:buNone/>
              <a:defRPr sz="900" b="0" i="0" u="none" strike="noStrike" cap="none">
                <a:solidFill>
                  <a:srgbClr val="8E8E8E"/>
                </a:solidFill>
                <a:latin typeface="Arial"/>
                <a:ea typeface="Arial"/>
                <a:cs typeface="Arial"/>
                <a:sym typeface="Arial"/>
              </a:defRPr>
            </a:lvl3pPr>
            <a:lvl4pPr marL="0" marR="0" lvl="3" indent="0" algn="r" rtl="0">
              <a:spcBef>
                <a:spcPts val="0"/>
              </a:spcBef>
              <a:buNone/>
              <a:defRPr sz="900" b="0" i="0" u="none" strike="noStrike" cap="none">
                <a:solidFill>
                  <a:srgbClr val="8E8E8E"/>
                </a:solidFill>
                <a:latin typeface="Arial"/>
                <a:ea typeface="Arial"/>
                <a:cs typeface="Arial"/>
                <a:sym typeface="Arial"/>
              </a:defRPr>
            </a:lvl4pPr>
            <a:lvl5pPr marL="0" marR="0" lvl="4" indent="0" algn="r" rtl="0">
              <a:spcBef>
                <a:spcPts val="0"/>
              </a:spcBef>
              <a:buNone/>
              <a:defRPr sz="900" b="0" i="0" u="none" strike="noStrike" cap="none">
                <a:solidFill>
                  <a:srgbClr val="8E8E8E"/>
                </a:solidFill>
                <a:latin typeface="Arial"/>
                <a:ea typeface="Arial"/>
                <a:cs typeface="Arial"/>
                <a:sym typeface="Arial"/>
              </a:defRPr>
            </a:lvl5pPr>
            <a:lvl6pPr marL="0" marR="0" lvl="5" indent="0" algn="r" rtl="0">
              <a:spcBef>
                <a:spcPts val="0"/>
              </a:spcBef>
              <a:buNone/>
              <a:defRPr sz="900" b="0" i="0" u="none" strike="noStrike" cap="none">
                <a:solidFill>
                  <a:srgbClr val="8E8E8E"/>
                </a:solidFill>
                <a:latin typeface="Arial"/>
                <a:ea typeface="Arial"/>
                <a:cs typeface="Arial"/>
                <a:sym typeface="Arial"/>
              </a:defRPr>
            </a:lvl6pPr>
            <a:lvl7pPr marL="0" marR="0" lvl="6" indent="0" algn="r" rtl="0">
              <a:spcBef>
                <a:spcPts val="0"/>
              </a:spcBef>
              <a:buNone/>
              <a:defRPr sz="900" b="0" i="0" u="none" strike="noStrike" cap="none">
                <a:solidFill>
                  <a:srgbClr val="8E8E8E"/>
                </a:solidFill>
                <a:latin typeface="Arial"/>
                <a:ea typeface="Arial"/>
                <a:cs typeface="Arial"/>
                <a:sym typeface="Arial"/>
              </a:defRPr>
            </a:lvl7pPr>
            <a:lvl8pPr marL="0" marR="0" lvl="7" indent="0" algn="r" rtl="0">
              <a:spcBef>
                <a:spcPts val="0"/>
              </a:spcBef>
              <a:buNone/>
              <a:defRPr sz="900" b="0" i="0" u="none" strike="noStrike" cap="none">
                <a:solidFill>
                  <a:srgbClr val="8E8E8E"/>
                </a:solidFill>
                <a:latin typeface="Arial"/>
                <a:ea typeface="Arial"/>
                <a:cs typeface="Arial"/>
                <a:sym typeface="Arial"/>
              </a:defRPr>
            </a:lvl8pPr>
            <a:lvl9pPr marL="0" marR="0" lvl="8" indent="0" algn="r" rtl="0">
              <a:spcBef>
                <a:spcPts val="0"/>
              </a:spcBef>
              <a:buNone/>
              <a:defRPr sz="900" b="0" i="0" u="none" strike="noStrike" cap="none">
                <a:solidFill>
                  <a:srgbClr val="8E8E8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gif"/><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mt="4000"/>
          </a:blip>
          <a:stretch>
            <a:fillRect/>
          </a:stretch>
        </a:blipFill>
        <a:effectLst/>
      </p:bgPr>
    </p:bg>
    <p:spTree>
      <p:nvGrpSpPr>
        <p:cNvPr id="1" name="Shape 314"/>
        <p:cNvGrpSpPr/>
        <p:nvPr/>
      </p:nvGrpSpPr>
      <p:grpSpPr>
        <a:xfrm>
          <a:off x="0" y="0"/>
          <a:ext cx="0" cy="0"/>
          <a:chOff x="0" y="0"/>
          <a:chExt cx="0" cy="0"/>
        </a:xfrm>
      </p:grpSpPr>
      <p:sp>
        <p:nvSpPr>
          <p:cNvPr id="315" name="Google Shape;315;p24"/>
          <p:cNvSpPr txBox="1">
            <a:spLocks noGrp="1"/>
          </p:cNvSpPr>
          <p:nvPr>
            <p:ph type="body" idx="4"/>
          </p:nvPr>
        </p:nvSpPr>
        <p:spPr>
          <a:xfrm>
            <a:off x="1381699" y="122939"/>
            <a:ext cx="6029754" cy="660629"/>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600"/>
              <a:buNone/>
            </a:pPr>
            <a:r>
              <a:rPr lang="en-US" sz="1600" b="0">
                <a:solidFill>
                  <a:schemeClr val="dk1"/>
                </a:solidFill>
              </a:rPr>
              <a:t>2</a:t>
            </a:r>
            <a:r>
              <a:rPr lang="en-US" sz="1600" b="0" baseline="30000">
                <a:solidFill>
                  <a:schemeClr val="dk1"/>
                </a:solidFill>
              </a:rPr>
              <a:t>nd</a:t>
            </a:r>
            <a:r>
              <a:rPr lang="en-US" sz="1600" b="0">
                <a:solidFill>
                  <a:schemeClr val="dk1"/>
                </a:solidFill>
              </a:rPr>
              <a:t> Intelligent Computing and Technology Conference (ICTCon) </a:t>
            </a:r>
            <a:endParaRPr/>
          </a:p>
          <a:p>
            <a:pPr marL="0" lvl="0" indent="0" algn="ctr" rtl="0">
              <a:lnSpc>
                <a:spcPct val="100000"/>
              </a:lnSpc>
              <a:spcBef>
                <a:spcPts val="0"/>
              </a:spcBef>
              <a:spcAft>
                <a:spcPts val="0"/>
              </a:spcAft>
              <a:buClr>
                <a:schemeClr val="dk1"/>
              </a:buClr>
              <a:buSzPts val="1600"/>
              <a:buNone/>
            </a:pPr>
            <a:r>
              <a:rPr lang="en-US" sz="1600" b="0">
                <a:solidFill>
                  <a:schemeClr val="dk1"/>
                </a:solidFill>
              </a:rPr>
              <a:t>at </a:t>
            </a:r>
            <a:endParaRPr/>
          </a:p>
          <a:p>
            <a:pPr marL="0" lvl="0" indent="0" algn="ctr" rtl="0">
              <a:lnSpc>
                <a:spcPct val="100000"/>
              </a:lnSpc>
              <a:spcBef>
                <a:spcPts val="0"/>
              </a:spcBef>
              <a:spcAft>
                <a:spcPts val="0"/>
              </a:spcAft>
              <a:buClr>
                <a:schemeClr val="dk1"/>
              </a:buClr>
              <a:buSzPts val="1600"/>
              <a:buNone/>
            </a:pPr>
            <a:r>
              <a:rPr lang="en-US" sz="1600" b="0">
                <a:solidFill>
                  <a:schemeClr val="dk1"/>
                </a:solidFill>
              </a:rPr>
              <a:t>Central Institute of Technology Kokrajhar, Assam, India </a:t>
            </a:r>
            <a:endParaRPr sz="600">
              <a:solidFill>
                <a:schemeClr val="dk1"/>
              </a:solidFill>
            </a:endParaRPr>
          </a:p>
        </p:txBody>
      </p:sp>
      <p:sp>
        <p:nvSpPr>
          <p:cNvPr id="316" name="Google Shape;316;p24"/>
          <p:cNvSpPr txBox="1">
            <a:spLocks noGrp="1"/>
          </p:cNvSpPr>
          <p:nvPr>
            <p:ph type="body" idx="5"/>
          </p:nvPr>
        </p:nvSpPr>
        <p:spPr>
          <a:xfrm>
            <a:off x="411944" y="1709976"/>
            <a:ext cx="844265" cy="376763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6600"/>
              <a:buNone/>
            </a:pPr>
            <a:r>
              <a:rPr lang="en-US" sz="6600">
                <a:solidFill>
                  <a:schemeClr val="dk1"/>
                </a:solidFill>
              </a:rPr>
              <a:t>2024</a:t>
            </a:r>
            <a:endParaRPr sz="6600">
              <a:solidFill>
                <a:schemeClr val="dk1"/>
              </a:solidFill>
            </a:endParaRPr>
          </a:p>
        </p:txBody>
      </p:sp>
      <p:sp>
        <p:nvSpPr>
          <p:cNvPr id="317" name="Google Shape;317;p24"/>
          <p:cNvSpPr txBox="1">
            <a:spLocks noGrp="1"/>
          </p:cNvSpPr>
          <p:nvPr>
            <p:ph type="ctrTitle"/>
          </p:nvPr>
        </p:nvSpPr>
        <p:spPr>
          <a:xfrm>
            <a:off x="2514588" y="2255316"/>
            <a:ext cx="9285300" cy="1278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5400"/>
              <a:buFont typeface="Arial"/>
              <a:buNone/>
            </a:pPr>
            <a:r>
              <a:rPr lang="en-US" sz="4000">
                <a:solidFill>
                  <a:schemeClr val="dk1"/>
                </a:solidFill>
              </a:rPr>
              <a:t>Impact of Image Resolution and Class Complexity on QCNN Performance</a:t>
            </a:r>
            <a:endParaRPr sz="4000">
              <a:solidFill>
                <a:schemeClr val="dk1"/>
              </a:solidFill>
            </a:endParaRPr>
          </a:p>
        </p:txBody>
      </p:sp>
      <p:sp>
        <p:nvSpPr>
          <p:cNvPr id="318" name="Google Shape;318;p24"/>
          <p:cNvSpPr txBox="1">
            <a:spLocks noGrp="1"/>
          </p:cNvSpPr>
          <p:nvPr>
            <p:ph type="body" idx="1"/>
          </p:nvPr>
        </p:nvSpPr>
        <p:spPr>
          <a:xfrm>
            <a:off x="2394988" y="4265478"/>
            <a:ext cx="1598515" cy="9079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4800"/>
              <a:buNone/>
            </a:pPr>
            <a:r>
              <a:rPr lang="en-US" sz="4800">
                <a:solidFill>
                  <a:schemeClr val="dk1"/>
                </a:solidFill>
              </a:rPr>
              <a:t>#107</a:t>
            </a:r>
            <a:endParaRPr sz="4800">
              <a:solidFill>
                <a:schemeClr val="dk1"/>
              </a:solidFill>
            </a:endParaRPr>
          </a:p>
        </p:txBody>
      </p:sp>
      <p:sp>
        <p:nvSpPr>
          <p:cNvPr id="319" name="Google Shape;319;p24"/>
          <p:cNvSpPr txBox="1">
            <a:spLocks noGrp="1"/>
          </p:cNvSpPr>
          <p:nvPr>
            <p:ph type="body" idx="3"/>
          </p:nvPr>
        </p:nvSpPr>
        <p:spPr>
          <a:xfrm>
            <a:off x="4235116" y="5867481"/>
            <a:ext cx="3497179" cy="631231"/>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000"/>
              <a:buNone/>
            </a:pPr>
            <a:r>
              <a:rPr lang="en-US" sz="2000">
                <a:solidFill>
                  <a:schemeClr val="dk1"/>
                </a:solidFill>
              </a:rPr>
              <a:t>Presented By: </a:t>
            </a:r>
            <a:endParaRPr sz="2000">
              <a:solidFill>
                <a:schemeClr val="dk1"/>
              </a:solidFill>
            </a:endParaRPr>
          </a:p>
          <a:p>
            <a:pPr marL="0" lvl="0" indent="0" algn="ctr" rtl="0">
              <a:lnSpc>
                <a:spcPct val="100000"/>
              </a:lnSpc>
              <a:spcBef>
                <a:spcPts val="0"/>
              </a:spcBef>
              <a:spcAft>
                <a:spcPts val="0"/>
              </a:spcAft>
              <a:buClr>
                <a:schemeClr val="dk1"/>
              </a:buClr>
              <a:buSzPts val="2000"/>
              <a:buNone/>
            </a:pPr>
            <a:r>
              <a:rPr lang="en-US" sz="2000">
                <a:solidFill>
                  <a:schemeClr val="dk1"/>
                </a:solidFill>
              </a:rPr>
              <a:t>Ashmit Sharma</a:t>
            </a:r>
            <a:endParaRPr sz="2000">
              <a:solidFill>
                <a:schemeClr val="dk1"/>
              </a:solidFill>
            </a:endParaRPr>
          </a:p>
        </p:txBody>
      </p:sp>
      <p:sp>
        <p:nvSpPr>
          <p:cNvPr id="320" name="Google Shape;320;p24"/>
          <p:cNvSpPr txBox="1">
            <a:spLocks noGrp="1"/>
          </p:cNvSpPr>
          <p:nvPr>
            <p:ph type="subTitle" idx="6"/>
          </p:nvPr>
        </p:nvSpPr>
        <p:spPr>
          <a:xfrm>
            <a:off x="5132282" y="5004921"/>
            <a:ext cx="3677400" cy="682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None/>
            </a:pPr>
            <a:r>
              <a:rPr lang="en-US" sz="2000">
                <a:solidFill>
                  <a:schemeClr val="dk1"/>
                </a:solidFill>
              </a:rPr>
              <a:t>Ashmit Sharma and </a:t>
            </a:r>
            <a:endParaRPr sz="2000">
              <a:solidFill>
                <a:schemeClr val="dk1"/>
              </a:solidFill>
            </a:endParaRPr>
          </a:p>
          <a:p>
            <a:pPr marL="0" lvl="0" indent="0" algn="l" rtl="0">
              <a:lnSpc>
                <a:spcPct val="90000"/>
              </a:lnSpc>
              <a:spcBef>
                <a:spcPts val="0"/>
              </a:spcBef>
              <a:spcAft>
                <a:spcPts val="0"/>
              </a:spcAft>
              <a:buClr>
                <a:schemeClr val="dk1"/>
              </a:buClr>
              <a:buSzPts val="2000"/>
              <a:buNone/>
            </a:pPr>
            <a:r>
              <a:rPr lang="en-US" sz="2000">
                <a:solidFill>
                  <a:schemeClr val="dk1"/>
                </a:solidFill>
              </a:rPr>
              <a:t>Shitala Prasad</a:t>
            </a:r>
            <a:endParaRPr sz="2000">
              <a:solidFill>
                <a:schemeClr val="dk1"/>
              </a:solidFill>
            </a:endParaRPr>
          </a:p>
        </p:txBody>
      </p:sp>
      <p:cxnSp>
        <p:nvCxnSpPr>
          <p:cNvPr id="321" name="Google Shape;321;p24"/>
          <p:cNvCxnSpPr/>
          <p:nvPr/>
        </p:nvCxnSpPr>
        <p:spPr>
          <a:xfrm>
            <a:off x="2536371" y="2017985"/>
            <a:ext cx="0" cy="1534320"/>
          </a:xfrm>
          <a:prstGeom prst="straightConnector1">
            <a:avLst/>
          </a:prstGeom>
          <a:noFill/>
          <a:ln w="19050" cap="flat" cmpd="sng">
            <a:solidFill>
              <a:schemeClr val="accent1"/>
            </a:solidFill>
            <a:prstDash val="solid"/>
            <a:miter lim="800000"/>
            <a:headEnd type="none" w="sm" len="sm"/>
            <a:tailEnd type="none" w="sm" len="sm"/>
          </a:ln>
        </p:spPr>
      </p:cxnSp>
      <p:cxnSp>
        <p:nvCxnSpPr>
          <p:cNvPr id="322" name="Google Shape;322;p24"/>
          <p:cNvCxnSpPr/>
          <p:nvPr/>
        </p:nvCxnSpPr>
        <p:spPr>
          <a:xfrm rot="10800000">
            <a:off x="7970418" y="3894871"/>
            <a:ext cx="3318888" cy="0"/>
          </a:xfrm>
          <a:prstGeom prst="straightConnector1">
            <a:avLst/>
          </a:prstGeom>
          <a:noFill/>
          <a:ln w="19050" cap="flat" cmpd="sng">
            <a:solidFill>
              <a:schemeClr val="accent1"/>
            </a:solidFill>
            <a:prstDash val="solid"/>
            <a:miter lim="800000"/>
            <a:headEnd type="none" w="sm" len="sm"/>
            <a:tailEnd type="none" w="sm" len="sm"/>
          </a:ln>
        </p:spPr>
      </p:cxnSp>
      <p:sp>
        <p:nvSpPr>
          <p:cNvPr id="323" name="Google Shape;323;p24"/>
          <p:cNvSpPr txBox="1"/>
          <p:nvPr/>
        </p:nvSpPr>
        <p:spPr>
          <a:xfrm>
            <a:off x="79500" y="6404025"/>
            <a:ext cx="2394900" cy="4539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400"/>
              <a:buFont typeface="Arial"/>
              <a:buNone/>
            </a:pPr>
            <a:r>
              <a:rPr lang="en-US" b="1">
                <a:solidFill>
                  <a:schemeClr val="dk1"/>
                </a:solidFill>
              </a:rPr>
              <a:t>Shri G.S. Institute of Technology and Science</a:t>
            </a:r>
            <a:endParaRPr sz="1400" b="1" i="0" u="none" strike="noStrike" cap="none">
              <a:solidFill>
                <a:schemeClr val="dk1"/>
              </a:solidFill>
              <a:latin typeface="Arial"/>
              <a:ea typeface="Arial"/>
              <a:cs typeface="Arial"/>
              <a:sym typeface="Arial"/>
            </a:endParaRPr>
          </a:p>
        </p:txBody>
      </p:sp>
      <p:sp>
        <p:nvSpPr>
          <p:cNvPr id="324" name="Google Shape;324;p24"/>
          <p:cNvSpPr/>
          <p:nvPr/>
        </p:nvSpPr>
        <p:spPr>
          <a:xfrm>
            <a:off x="7333051" y="0"/>
            <a:ext cx="4858948" cy="6890084"/>
          </a:xfrm>
          <a:custGeom>
            <a:avLst/>
            <a:gdLst/>
            <a:ahLst/>
            <a:cxnLst/>
            <a:rect l="l" t="t" r="r" b="b"/>
            <a:pathLst>
              <a:path w="4257858" h="6890084" extrusionOk="0">
                <a:moveTo>
                  <a:pt x="3946938" y="1299410"/>
                </a:moveTo>
                <a:lnTo>
                  <a:pt x="4257858" y="0"/>
                </a:lnTo>
                <a:lnTo>
                  <a:pt x="4257858" y="6858000"/>
                </a:lnTo>
                <a:lnTo>
                  <a:pt x="4710" y="6890084"/>
                </a:lnTo>
                <a:cubicBezTo>
                  <a:pt x="-123627" y="6252410"/>
                  <a:pt x="2408742" y="4506494"/>
                  <a:pt x="2979781" y="3657600"/>
                </a:cubicBezTo>
                <a:cubicBezTo>
                  <a:pt x="3494590" y="2696411"/>
                  <a:pt x="3674056" y="2350168"/>
                  <a:pt x="3946938" y="1299410"/>
                </a:cubicBezTo>
                <a:close/>
              </a:path>
            </a:pathLst>
          </a:custGeom>
          <a:blipFill rotWithShape="1">
            <a:blip r:embed="rId4">
              <a:alphaModFix amt="6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325" name="Google Shape;325;p24"/>
          <p:cNvGrpSpPr/>
          <p:nvPr/>
        </p:nvGrpSpPr>
        <p:grpSpPr>
          <a:xfrm>
            <a:off x="79511" y="-157091"/>
            <a:ext cx="12019901" cy="7052141"/>
            <a:chOff x="79511" y="-157091"/>
            <a:chExt cx="12019901" cy="7052141"/>
          </a:xfrm>
        </p:grpSpPr>
        <p:pic>
          <p:nvPicPr>
            <p:cNvPr id="326" name="Google Shape;326;p24"/>
            <p:cNvPicPr preferRelativeResize="0"/>
            <p:nvPr/>
          </p:nvPicPr>
          <p:blipFill rotWithShape="1">
            <a:blip r:embed="rId3">
              <a:alphaModFix/>
            </a:blip>
            <a:srcRect/>
            <a:stretch/>
          </p:blipFill>
          <p:spPr>
            <a:xfrm>
              <a:off x="79511" y="0"/>
              <a:ext cx="1624084" cy="1624084"/>
            </a:xfrm>
            <a:prstGeom prst="rect">
              <a:avLst/>
            </a:prstGeom>
            <a:noFill/>
            <a:ln>
              <a:noFill/>
            </a:ln>
          </p:spPr>
        </p:pic>
        <p:pic>
          <p:nvPicPr>
            <p:cNvPr id="327" name="Google Shape;327;p24" descr="Central Institute of Technology Kokrajhar | Contact Us"/>
            <p:cNvPicPr preferRelativeResize="0"/>
            <p:nvPr/>
          </p:nvPicPr>
          <p:blipFill rotWithShape="1">
            <a:blip r:embed="rId5">
              <a:alphaModFix/>
            </a:blip>
            <a:srcRect/>
            <a:stretch/>
          </p:blipFill>
          <p:spPr>
            <a:xfrm>
              <a:off x="8215953" y="-157091"/>
              <a:ext cx="1637732" cy="1637732"/>
            </a:xfrm>
            <a:prstGeom prst="rect">
              <a:avLst/>
            </a:prstGeom>
            <a:noFill/>
            <a:ln>
              <a:noFill/>
            </a:ln>
          </p:spPr>
        </p:pic>
        <p:pic>
          <p:nvPicPr>
            <p:cNvPr id="328" name="Google Shape;328;p24"/>
            <p:cNvPicPr preferRelativeResize="0"/>
            <p:nvPr/>
          </p:nvPicPr>
          <p:blipFill rotWithShape="1">
            <a:blip r:embed="rId6">
              <a:alphaModFix/>
            </a:blip>
            <a:srcRect/>
            <a:stretch/>
          </p:blipFill>
          <p:spPr>
            <a:xfrm>
              <a:off x="9458214" y="881430"/>
              <a:ext cx="1973086" cy="545065"/>
            </a:xfrm>
            <a:prstGeom prst="rect">
              <a:avLst/>
            </a:prstGeom>
            <a:noFill/>
            <a:ln>
              <a:noFill/>
            </a:ln>
          </p:spPr>
        </p:pic>
        <p:pic>
          <p:nvPicPr>
            <p:cNvPr id="329" name="Google Shape;329;p24"/>
            <p:cNvPicPr preferRelativeResize="0"/>
            <p:nvPr/>
          </p:nvPicPr>
          <p:blipFill rotWithShape="1">
            <a:blip r:embed="rId7">
              <a:alphaModFix/>
            </a:blip>
            <a:srcRect/>
            <a:stretch/>
          </p:blipFill>
          <p:spPr>
            <a:xfrm>
              <a:off x="10326061" y="102413"/>
              <a:ext cx="1035624" cy="873808"/>
            </a:xfrm>
            <a:prstGeom prst="rect">
              <a:avLst/>
            </a:prstGeom>
            <a:noFill/>
            <a:ln>
              <a:noFill/>
            </a:ln>
          </p:spPr>
        </p:pic>
        <p:pic>
          <p:nvPicPr>
            <p:cNvPr id="330" name="Google Shape;330;p24" descr="Technology growth icon 29453131 Vector Art at Vecteezy"/>
            <p:cNvPicPr preferRelativeResize="0"/>
            <p:nvPr/>
          </p:nvPicPr>
          <p:blipFill rotWithShape="1">
            <a:blip r:embed="rId8">
              <a:alphaModFix/>
            </a:blip>
            <a:srcRect/>
            <a:stretch/>
          </p:blipFill>
          <p:spPr>
            <a:xfrm>
              <a:off x="11071843" y="5867481"/>
              <a:ext cx="1027569" cy="1027569"/>
            </a:xfrm>
            <a:prstGeom prst="rect">
              <a:avLst/>
            </a:prstGeom>
            <a:noFill/>
            <a:ln>
              <a:noFill/>
            </a:ln>
          </p:spPr>
        </p:pic>
      </p:grpSp>
      <p:pic>
        <p:nvPicPr>
          <p:cNvPr id="331" name="Google Shape;331;p24"/>
          <p:cNvPicPr preferRelativeResize="0"/>
          <p:nvPr/>
        </p:nvPicPr>
        <p:blipFill>
          <a:blip r:embed="rId9">
            <a:alphaModFix/>
          </a:blip>
          <a:stretch>
            <a:fillRect/>
          </a:stretch>
        </p:blipFill>
        <p:spPr>
          <a:xfrm>
            <a:off x="304935" y="5341020"/>
            <a:ext cx="1058275" cy="10630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1"/>
        <p:cNvGrpSpPr/>
        <p:nvPr/>
      </p:nvGrpSpPr>
      <p:grpSpPr>
        <a:xfrm>
          <a:off x="0" y="0"/>
          <a:ext cx="0" cy="0"/>
          <a:chOff x="0" y="0"/>
          <a:chExt cx="0" cy="0"/>
        </a:xfrm>
      </p:grpSpPr>
      <p:sp>
        <p:nvSpPr>
          <p:cNvPr id="352" name="Google Shape;352;p26"/>
          <p:cNvSpPr txBox="1">
            <a:spLocks noGrp="1"/>
          </p:cNvSpPr>
          <p:nvPr>
            <p:ph type="body" idx="1"/>
          </p:nvPr>
        </p:nvSpPr>
        <p:spPr>
          <a:xfrm>
            <a:off x="1034186" y="2903538"/>
            <a:ext cx="3104100" cy="345600"/>
          </a:xfrm>
          <a:prstGeom prst="rect">
            <a:avLst/>
          </a:prstGeom>
          <a:noFill/>
          <a:ln>
            <a:noFill/>
          </a:ln>
        </p:spPr>
        <p:txBody>
          <a:bodyPr spcFirstLastPara="1" wrap="square" lIns="0" tIns="45700" rIns="91425" bIns="45700" anchor="t" anchorCtr="0">
            <a:normAutofit/>
          </a:bodyPr>
          <a:lstStyle/>
          <a:p>
            <a:pPr marL="0" lvl="0" indent="0" algn="l" rtl="0">
              <a:lnSpc>
                <a:spcPct val="90000"/>
              </a:lnSpc>
              <a:spcBef>
                <a:spcPts val="0"/>
              </a:spcBef>
              <a:spcAft>
                <a:spcPts val="0"/>
              </a:spcAft>
              <a:buClr>
                <a:schemeClr val="accent1"/>
              </a:buClr>
              <a:buSzPts val="1800"/>
              <a:buNone/>
            </a:pPr>
            <a:r>
              <a:rPr lang="en-US" dirty="0"/>
              <a:t>1. Why QCNNs</a:t>
            </a:r>
            <a:endParaRPr dirty="0"/>
          </a:p>
        </p:txBody>
      </p:sp>
      <p:sp>
        <p:nvSpPr>
          <p:cNvPr id="353" name="Google Shape;353;p26"/>
          <p:cNvSpPr txBox="1">
            <a:spLocks noGrp="1"/>
          </p:cNvSpPr>
          <p:nvPr>
            <p:ph type="body" idx="2"/>
          </p:nvPr>
        </p:nvSpPr>
        <p:spPr>
          <a:xfrm>
            <a:off x="1034141" y="3249013"/>
            <a:ext cx="3103493" cy="866401"/>
          </a:xfrm>
          <a:prstGeom prst="rect">
            <a:avLst/>
          </a:prstGeom>
          <a:noFill/>
          <a:ln>
            <a:noFill/>
          </a:ln>
        </p:spPr>
        <p:txBody>
          <a:bodyPr spcFirstLastPara="1" wrap="square" lIns="0" tIns="45700" rIns="91425" bIns="45700" anchor="t" anchorCtr="0">
            <a:normAutofit fontScale="85000" lnSpcReduction="10000"/>
          </a:bodyPr>
          <a:lstStyle/>
          <a:p>
            <a:pPr marL="0" lvl="0" indent="0" algn="l" rtl="0">
              <a:lnSpc>
                <a:spcPct val="150000"/>
              </a:lnSpc>
              <a:spcBef>
                <a:spcPts val="1000"/>
              </a:spcBef>
              <a:spcAft>
                <a:spcPts val="0"/>
              </a:spcAft>
              <a:buClr>
                <a:schemeClr val="lt2"/>
              </a:buClr>
              <a:buSzPct val="100000"/>
              <a:buFont typeface="Arial"/>
              <a:buNone/>
            </a:pPr>
            <a:r>
              <a:rPr lang="en-US">
                <a:solidFill>
                  <a:schemeClr val="dk1"/>
                </a:solidFill>
              </a:rPr>
              <a:t>Exploring the limitations of classical CNNs and the advantages of quantum computing in addressing scalability and efficiency challenges.</a:t>
            </a:r>
            <a:endParaRPr>
              <a:solidFill>
                <a:schemeClr val="dk1"/>
              </a:solidFill>
            </a:endParaRPr>
          </a:p>
        </p:txBody>
      </p:sp>
      <p:sp>
        <p:nvSpPr>
          <p:cNvPr id="354" name="Google Shape;354;p26"/>
          <p:cNvSpPr txBox="1">
            <a:spLocks noGrp="1"/>
          </p:cNvSpPr>
          <p:nvPr>
            <p:ph type="body" idx="3"/>
          </p:nvPr>
        </p:nvSpPr>
        <p:spPr>
          <a:xfrm>
            <a:off x="4641894" y="2903538"/>
            <a:ext cx="3104100" cy="320400"/>
          </a:xfrm>
          <a:prstGeom prst="rect">
            <a:avLst/>
          </a:prstGeom>
          <a:noFill/>
          <a:ln>
            <a:noFill/>
          </a:ln>
        </p:spPr>
        <p:txBody>
          <a:bodyPr spcFirstLastPara="1" wrap="square" lIns="0" tIns="45700" rIns="91425" bIns="45700" anchor="ctr" anchorCtr="0">
            <a:noAutofit/>
          </a:bodyPr>
          <a:lstStyle/>
          <a:p>
            <a:pPr marL="0" lvl="0" indent="0" algn="l" rtl="0">
              <a:lnSpc>
                <a:spcPct val="90000"/>
              </a:lnSpc>
              <a:spcBef>
                <a:spcPts val="0"/>
              </a:spcBef>
              <a:spcAft>
                <a:spcPts val="0"/>
              </a:spcAft>
              <a:buClr>
                <a:schemeClr val="accent1"/>
              </a:buClr>
              <a:buSzPts val="1800"/>
              <a:buNone/>
            </a:pPr>
            <a:r>
              <a:rPr lang="en-US" dirty="0"/>
              <a:t>2. The Case for QCNNs</a:t>
            </a:r>
            <a:endParaRPr dirty="0"/>
          </a:p>
        </p:txBody>
      </p:sp>
      <p:sp>
        <p:nvSpPr>
          <p:cNvPr id="355" name="Google Shape;355;p26"/>
          <p:cNvSpPr txBox="1">
            <a:spLocks noGrp="1"/>
          </p:cNvSpPr>
          <p:nvPr>
            <p:ph type="body" idx="4"/>
          </p:nvPr>
        </p:nvSpPr>
        <p:spPr>
          <a:xfrm>
            <a:off x="4642223" y="3249013"/>
            <a:ext cx="3103493" cy="866401"/>
          </a:xfrm>
          <a:prstGeom prst="rect">
            <a:avLst/>
          </a:prstGeom>
          <a:noFill/>
          <a:ln>
            <a:noFill/>
          </a:ln>
        </p:spPr>
        <p:txBody>
          <a:bodyPr spcFirstLastPara="1" wrap="square" lIns="0" tIns="45700" rIns="91425" bIns="45700" anchor="t" anchorCtr="0">
            <a:normAutofit fontScale="92500"/>
          </a:bodyPr>
          <a:lstStyle/>
          <a:p>
            <a:pPr marL="0" lvl="0" indent="0" algn="l" rtl="0">
              <a:lnSpc>
                <a:spcPct val="150000"/>
              </a:lnSpc>
              <a:spcBef>
                <a:spcPts val="1000"/>
              </a:spcBef>
              <a:spcAft>
                <a:spcPts val="0"/>
              </a:spcAft>
              <a:buClr>
                <a:schemeClr val="lt2"/>
              </a:buClr>
              <a:buSzPts val="1200"/>
              <a:buFont typeface="Arial"/>
              <a:buNone/>
            </a:pPr>
            <a:r>
              <a:rPr lang="en-US">
                <a:solidFill>
                  <a:schemeClr val="dk1"/>
                </a:solidFill>
              </a:rPr>
              <a:t>Highlighting the unique features and potential of Quantum Convolutional Neural Networks.</a:t>
            </a:r>
            <a:endParaRPr>
              <a:solidFill>
                <a:schemeClr val="dk1"/>
              </a:solidFill>
            </a:endParaRPr>
          </a:p>
        </p:txBody>
      </p:sp>
      <p:sp>
        <p:nvSpPr>
          <p:cNvPr id="356" name="Google Shape;356;p26"/>
          <p:cNvSpPr txBox="1">
            <a:spLocks noGrp="1"/>
          </p:cNvSpPr>
          <p:nvPr>
            <p:ph type="body" idx="5"/>
          </p:nvPr>
        </p:nvSpPr>
        <p:spPr>
          <a:xfrm>
            <a:off x="8249601" y="2903538"/>
            <a:ext cx="3104100" cy="320400"/>
          </a:xfrm>
          <a:prstGeom prst="rect">
            <a:avLst/>
          </a:prstGeom>
          <a:noFill/>
          <a:ln>
            <a:noFill/>
          </a:ln>
        </p:spPr>
        <p:txBody>
          <a:bodyPr spcFirstLastPara="1" wrap="square" lIns="0" tIns="45700" rIns="91425" bIns="45700" anchor="ctr" anchorCtr="0">
            <a:noAutofit/>
          </a:bodyPr>
          <a:lstStyle/>
          <a:p>
            <a:pPr marL="0" lvl="0" indent="0" algn="l" rtl="0">
              <a:lnSpc>
                <a:spcPct val="90000"/>
              </a:lnSpc>
              <a:spcBef>
                <a:spcPts val="0"/>
              </a:spcBef>
              <a:spcAft>
                <a:spcPts val="0"/>
              </a:spcAft>
              <a:buClr>
                <a:schemeClr val="accent1"/>
              </a:buClr>
              <a:buSzPts val="1800"/>
              <a:buNone/>
            </a:pPr>
            <a:r>
              <a:rPr lang="en-US" dirty="0"/>
              <a:t>3. QCNN Architecture</a:t>
            </a:r>
            <a:endParaRPr dirty="0"/>
          </a:p>
        </p:txBody>
      </p:sp>
      <p:sp>
        <p:nvSpPr>
          <p:cNvPr id="357" name="Google Shape;357;p26"/>
          <p:cNvSpPr txBox="1">
            <a:spLocks noGrp="1"/>
          </p:cNvSpPr>
          <p:nvPr>
            <p:ph type="body" idx="6"/>
          </p:nvPr>
        </p:nvSpPr>
        <p:spPr>
          <a:xfrm>
            <a:off x="8250305" y="3249013"/>
            <a:ext cx="3103493" cy="866401"/>
          </a:xfrm>
          <a:prstGeom prst="rect">
            <a:avLst/>
          </a:prstGeom>
          <a:noFill/>
          <a:ln>
            <a:noFill/>
          </a:ln>
        </p:spPr>
        <p:txBody>
          <a:bodyPr spcFirstLastPara="1" wrap="square" lIns="0" tIns="45700" rIns="91425" bIns="45700" anchor="t" anchorCtr="0">
            <a:normAutofit/>
          </a:bodyPr>
          <a:lstStyle/>
          <a:p>
            <a:pPr marL="0" lvl="0" indent="0" algn="l" rtl="0">
              <a:lnSpc>
                <a:spcPct val="150000"/>
              </a:lnSpc>
              <a:spcBef>
                <a:spcPts val="1000"/>
              </a:spcBef>
              <a:spcAft>
                <a:spcPts val="0"/>
              </a:spcAft>
              <a:buClr>
                <a:schemeClr val="lt2"/>
              </a:buClr>
              <a:buSzPts val="1200"/>
              <a:buFont typeface="Arial"/>
              <a:buNone/>
            </a:pPr>
            <a:r>
              <a:rPr lang="en-US">
                <a:solidFill>
                  <a:schemeClr val="dk1"/>
                </a:solidFill>
              </a:rPr>
              <a:t>Overview of the model's design</a:t>
            </a:r>
            <a:endParaRPr>
              <a:solidFill>
                <a:schemeClr val="dk1"/>
              </a:solidFill>
            </a:endParaRPr>
          </a:p>
        </p:txBody>
      </p:sp>
      <p:sp>
        <p:nvSpPr>
          <p:cNvPr id="358" name="Google Shape;358;p26"/>
          <p:cNvSpPr txBox="1">
            <a:spLocks noGrp="1"/>
          </p:cNvSpPr>
          <p:nvPr>
            <p:ph type="title"/>
          </p:nvPr>
        </p:nvSpPr>
        <p:spPr>
          <a:xfrm>
            <a:off x="1034142" y="1110286"/>
            <a:ext cx="10515600" cy="924808"/>
          </a:xfrm>
          <a:prstGeom prst="rect">
            <a:avLst/>
          </a:prstGeom>
          <a:noFill/>
          <a:ln>
            <a:noFill/>
          </a:ln>
        </p:spPr>
        <p:txBody>
          <a:bodyPr spcFirstLastPara="1" wrap="square" lIns="0" tIns="45700" rIns="91425" bIns="45700" anchor="ctr" anchorCtr="0">
            <a:normAutofit/>
          </a:bodyPr>
          <a:lstStyle/>
          <a:p>
            <a:pPr marL="0" lvl="0" indent="0" algn="l" rtl="0">
              <a:lnSpc>
                <a:spcPct val="90000"/>
              </a:lnSpc>
              <a:spcBef>
                <a:spcPts val="0"/>
              </a:spcBef>
              <a:spcAft>
                <a:spcPts val="0"/>
              </a:spcAft>
              <a:buClr>
                <a:schemeClr val="accent1"/>
              </a:buClr>
              <a:buSzPts val="2800"/>
              <a:buFont typeface="Arial"/>
              <a:buNone/>
            </a:pPr>
            <a:r>
              <a:rPr lang="en-US"/>
              <a:t>AGENDA</a:t>
            </a:r>
            <a:endParaRPr/>
          </a:p>
        </p:txBody>
      </p:sp>
      <p:sp>
        <p:nvSpPr>
          <p:cNvPr id="359" name="Google Shape;35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360" name="Google Shape;36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361" name="Google Shape;361;p26"/>
          <p:cNvSpPr txBox="1">
            <a:spLocks noGrp="1"/>
          </p:cNvSpPr>
          <p:nvPr>
            <p:ph type="body" idx="7"/>
          </p:nvPr>
        </p:nvSpPr>
        <p:spPr>
          <a:xfrm>
            <a:off x="1033811" y="4551950"/>
            <a:ext cx="3104198" cy="320381"/>
          </a:xfrm>
          <a:prstGeom prst="rect">
            <a:avLst/>
          </a:prstGeom>
          <a:noFill/>
          <a:ln>
            <a:noFill/>
          </a:ln>
        </p:spPr>
        <p:txBody>
          <a:bodyPr spcFirstLastPara="1" wrap="square" lIns="0" tIns="45700" rIns="91425" bIns="45700" anchor="ctr" anchorCtr="0">
            <a:noAutofit/>
          </a:bodyPr>
          <a:lstStyle/>
          <a:p>
            <a:pPr marL="0" lvl="0" indent="0" algn="l" rtl="0">
              <a:lnSpc>
                <a:spcPct val="90000"/>
              </a:lnSpc>
              <a:spcBef>
                <a:spcPts val="0"/>
              </a:spcBef>
              <a:spcAft>
                <a:spcPts val="0"/>
              </a:spcAft>
              <a:buClr>
                <a:schemeClr val="accent1"/>
              </a:buClr>
              <a:buSzPts val="1800"/>
              <a:buNone/>
            </a:pPr>
            <a:r>
              <a:rPr lang="en-US" dirty="0"/>
              <a:t>4. Motivation and Aim</a:t>
            </a:r>
            <a:endParaRPr dirty="0"/>
          </a:p>
        </p:txBody>
      </p:sp>
      <p:sp>
        <p:nvSpPr>
          <p:cNvPr id="362" name="Google Shape;362;p26"/>
          <p:cNvSpPr txBox="1">
            <a:spLocks noGrp="1"/>
          </p:cNvSpPr>
          <p:nvPr>
            <p:ph type="body" idx="8"/>
          </p:nvPr>
        </p:nvSpPr>
        <p:spPr>
          <a:xfrm>
            <a:off x="1033766" y="4897425"/>
            <a:ext cx="3103493" cy="866401"/>
          </a:xfrm>
          <a:prstGeom prst="rect">
            <a:avLst/>
          </a:prstGeom>
          <a:noFill/>
          <a:ln>
            <a:noFill/>
          </a:ln>
        </p:spPr>
        <p:txBody>
          <a:bodyPr spcFirstLastPara="1" wrap="square" lIns="0" tIns="45700" rIns="91425" bIns="45700" anchor="t" anchorCtr="0">
            <a:normAutofit/>
          </a:bodyPr>
          <a:lstStyle/>
          <a:p>
            <a:pPr marL="0" lvl="0" indent="0" algn="l" rtl="0">
              <a:lnSpc>
                <a:spcPct val="150000"/>
              </a:lnSpc>
              <a:spcBef>
                <a:spcPts val="1000"/>
              </a:spcBef>
              <a:spcAft>
                <a:spcPts val="0"/>
              </a:spcAft>
              <a:buClr>
                <a:schemeClr val="lt2"/>
              </a:buClr>
              <a:buSzPts val="1200"/>
              <a:buFont typeface="Arial"/>
              <a:buNone/>
            </a:pPr>
            <a:r>
              <a:rPr lang="en-US">
                <a:solidFill>
                  <a:schemeClr val="dk1"/>
                </a:solidFill>
              </a:rPr>
              <a:t>Inspiration behind the research and its overarching objectives.</a:t>
            </a:r>
            <a:endParaRPr>
              <a:solidFill>
                <a:schemeClr val="dk1"/>
              </a:solidFill>
            </a:endParaRPr>
          </a:p>
        </p:txBody>
      </p:sp>
      <p:sp>
        <p:nvSpPr>
          <p:cNvPr id="363" name="Google Shape;363;p26"/>
          <p:cNvSpPr txBox="1">
            <a:spLocks noGrp="1"/>
          </p:cNvSpPr>
          <p:nvPr>
            <p:ph type="body" idx="9"/>
          </p:nvPr>
        </p:nvSpPr>
        <p:spPr>
          <a:xfrm>
            <a:off x="4641519" y="4551950"/>
            <a:ext cx="3104198" cy="320381"/>
          </a:xfrm>
          <a:prstGeom prst="rect">
            <a:avLst/>
          </a:prstGeom>
          <a:noFill/>
          <a:ln>
            <a:noFill/>
          </a:ln>
        </p:spPr>
        <p:txBody>
          <a:bodyPr spcFirstLastPara="1" wrap="square" lIns="0" tIns="45700" rIns="91425" bIns="45700" anchor="ctr" anchorCtr="0">
            <a:noAutofit/>
          </a:bodyPr>
          <a:lstStyle/>
          <a:p>
            <a:pPr marL="0" lvl="0" indent="0" algn="l" rtl="0">
              <a:lnSpc>
                <a:spcPct val="90000"/>
              </a:lnSpc>
              <a:spcBef>
                <a:spcPts val="0"/>
              </a:spcBef>
              <a:spcAft>
                <a:spcPts val="0"/>
              </a:spcAft>
              <a:buClr>
                <a:schemeClr val="accent1"/>
              </a:buClr>
              <a:buSzPts val="1800"/>
              <a:buNone/>
            </a:pPr>
            <a:r>
              <a:rPr lang="en-US" dirty="0"/>
              <a:t>5. Methodology</a:t>
            </a:r>
            <a:endParaRPr dirty="0"/>
          </a:p>
        </p:txBody>
      </p:sp>
      <p:sp>
        <p:nvSpPr>
          <p:cNvPr id="364" name="Google Shape;364;p26"/>
          <p:cNvSpPr txBox="1">
            <a:spLocks noGrp="1"/>
          </p:cNvSpPr>
          <p:nvPr>
            <p:ph type="body" idx="13"/>
          </p:nvPr>
        </p:nvSpPr>
        <p:spPr>
          <a:xfrm>
            <a:off x="4641848" y="4897425"/>
            <a:ext cx="3103493" cy="866401"/>
          </a:xfrm>
          <a:prstGeom prst="rect">
            <a:avLst/>
          </a:prstGeom>
          <a:noFill/>
          <a:ln>
            <a:noFill/>
          </a:ln>
        </p:spPr>
        <p:txBody>
          <a:bodyPr spcFirstLastPara="1" wrap="square" lIns="0" tIns="45700" rIns="91425" bIns="45700" anchor="t" anchorCtr="0">
            <a:normAutofit/>
          </a:bodyPr>
          <a:lstStyle/>
          <a:p>
            <a:pPr marL="0" lvl="0" indent="0" algn="l" rtl="0">
              <a:lnSpc>
                <a:spcPct val="150000"/>
              </a:lnSpc>
              <a:spcBef>
                <a:spcPts val="1000"/>
              </a:spcBef>
              <a:spcAft>
                <a:spcPts val="0"/>
              </a:spcAft>
              <a:buClr>
                <a:schemeClr val="lt2"/>
              </a:buClr>
              <a:buSzPts val="1200"/>
              <a:buFont typeface="Arial"/>
              <a:buNone/>
            </a:pPr>
            <a:r>
              <a:rPr lang="en-US">
                <a:solidFill>
                  <a:schemeClr val="dk1"/>
                </a:solidFill>
              </a:rPr>
              <a:t>Datasets, preprocessing steps, and experimental setup.</a:t>
            </a:r>
            <a:endParaRPr>
              <a:solidFill>
                <a:schemeClr val="dk1"/>
              </a:solidFill>
            </a:endParaRPr>
          </a:p>
        </p:txBody>
      </p:sp>
      <p:sp>
        <p:nvSpPr>
          <p:cNvPr id="365" name="Google Shape;365;p26"/>
          <p:cNvSpPr txBox="1">
            <a:spLocks noGrp="1"/>
          </p:cNvSpPr>
          <p:nvPr>
            <p:ph type="body" idx="14"/>
          </p:nvPr>
        </p:nvSpPr>
        <p:spPr>
          <a:xfrm>
            <a:off x="8249950" y="4551950"/>
            <a:ext cx="3544800" cy="320400"/>
          </a:xfrm>
          <a:prstGeom prst="rect">
            <a:avLst/>
          </a:prstGeom>
          <a:noFill/>
          <a:ln>
            <a:noFill/>
          </a:ln>
        </p:spPr>
        <p:txBody>
          <a:bodyPr spcFirstLastPara="1" wrap="square" lIns="0" tIns="45700" rIns="91425" bIns="45700" anchor="ctr" anchorCtr="0">
            <a:noAutofit/>
          </a:bodyPr>
          <a:lstStyle/>
          <a:p>
            <a:pPr marL="0" lvl="0" indent="0" algn="l" rtl="0">
              <a:lnSpc>
                <a:spcPct val="90000"/>
              </a:lnSpc>
              <a:spcBef>
                <a:spcPts val="0"/>
              </a:spcBef>
              <a:spcAft>
                <a:spcPts val="0"/>
              </a:spcAft>
              <a:buClr>
                <a:schemeClr val="accent1"/>
              </a:buClr>
              <a:buSzPts val="1800"/>
              <a:buNone/>
            </a:pPr>
            <a:r>
              <a:rPr lang="en-US" dirty="0"/>
              <a:t>6. Results, Insights and Conclusion</a:t>
            </a:r>
            <a:endParaRPr dirty="0"/>
          </a:p>
        </p:txBody>
      </p:sp>
      <p:sp>
        <p:nvSpPr>
          <p:cNvPr id="366" name="Google Shape;366;p26"/>
          <p:cNvSpPr txBox="1">
            <a:spLocks noGrp="1"/>
          </p:cNvSpPr>
          <p:nvPr>
            <p:ph type="body" idx="15"/>
          </p:nvPr>
        </p:nvSpPr>
        <p:spPr>
          <a:xfrm>
            <a:off x="8249930" y="4897425"/>
            <a:ext cx="3103493" cy="866401"/>
          </a:xfrm>
          <a:prstGeom prst="rect">
            <a:avLst/>
          </a:prstGeom>
          <a:noFill/>
          <a:ln>
            <a:noFill/>
          </a:ln>
        </p:spPr>
        <p:txBody>
          <a:bodyPr spcFirstLastPara="1" wrap="square" lIns="0" tIns="45700" rIns="91425" bIns="45700" anchor="t" anchorCtr="0">
            <a:normAutofit/>
          </a:bodyPr>
          <a:lstStyle/>
          <a:p>
            <a:pPr marL="0" lvl="0" indent="0" algn="l" rtl="0">
              <a:lnSpc>
                <a:spcPct val="150000"/>
              </a:lnSpc>
              <a:spcBef>
                <a:spcPts val="1000"/>
              </a:spcBef>
              <a:spcAft>
                <a:spcPts val="0"/>
              </a:spcAft>
              <a:buClr>
                <a:schemeClr val="lt2"/>
              </a:buClr>
              <a:buSzPts val="1200"/>
              <a:buFont typeface="Arial"/>
              <a:buNone/>
            </a:pPr>
            <a:r>
              <a:rPr lang="en-US">
                <a:solidFill>
                  <a:schemeClr val="dk1"/>
                </a:solidFill>
              </a:rPr>
              <a:t>Performance evaluation, key findings, research contributions and future scope.</a:t>
            </a:r>
            <a:endParaRPr>
              <a:solidFill>
                <a:schemeClr val="dk1"/>
              </a:solidFill>
            </a:endParaRPr>
          </a:p>
        </p:txBody>
      </p:sp>
      <p:sp>
        <p:nvSpPr>
          <p:cNvPr id="367" name="Google Shape;367;p26"/>
          <p:cNvSpPr txBox="1"/>
          <p:nvPr/>
        </p:nvSpPr>
        <p:spPr>
          <a:xfrm>
            <a:off x="7539789" y="0"/>
            <a:ext cx="2723147" cy="27271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368" name="Google Shape;368;p26"/>
          <p:cNvGrpSpPr/>
          <p:nvPr/>
        </p:nvGrpSpPr>
        <p:grpSpPr>
          <a:xfrm>
            <a:off x="10069672" y="14897"/>
            <a:ext cx="2326494" cy="1671280"/>
            <a:chOff x="10069672" y="14897"/>
            <a:chExt cx="2326494" cy="1671280"/>
          </a:xfrm>
        </p:grpSpPr>
        <p:pic>
          <p:nvPicPr>
            <p:cNvPr id="369" name="Google Shape;369;p26"/>
            <p:cNvPicPr preferRelativeResize="0"/>
            <p:nvPr/>
          </p:nvPicPr>
          <p:blipFill rotWithShape="1">
            <a:blip r:embed="rId3">
              <a:alphaModFix/>
            </a:blip>
            <a:srcRect/>
            <a:stretch/>
          </p:blipFill>
          <p:spPr>
            <a:xfrm>
              <a:off x="10069672" y="14897"/>
              <a:ext cx="786063" cy="786063"/>
            </a:xfrm>
            <a:prstGeom prst="rect">
              <a:avLst/>
            </a:prstGeom>
            <a:noFill/>
            <a:ln>
              <a:noFill/>
            </a:ln>
          </p:spPr>
        </p:pic>
        <p:pic>
          <p:nvPicPr>
            <p:cNvPr id="370" name="Google Shape;370;p26" descr="Central Institute of Technology Kokrajhar | Contact Us"/>
            <p:cNvPicPr preferRelativeResize="0"/>
            <p:nvPr/>
          </p:nvPicPr>
          <p:blipFill rotWithShape="1">
            <a:blip r:embed="rId4">
              <a:alphaModFix/>
            </a:blip>
            <a:srcRect/>
            <a:stretch/>
          </p:blipFill>
          <p:spPr>
            <a:xfrm>
              <a:off x="10069672" y="773886"/>
              <a:ext cx="912291" cy="912291"/>
            </a:xfrm>
            <a:prstGeom prst="rect">
              <a:avLst/>
            </a:prstGeom>
            <a:noFill/>
            <a:ln>
              <a:noFill/>
            </a:ln>
          </p:spPr>
        </p:pic>
        <p:pic>
          <p:nvPicPr>
            <p:cNvPr id="371" name="Google Shape;371;p26"/>
            <p:cNvPicPr preferRelativeResize="0"/>
            <p:nvPr/>
          </p:nvPicPr>
          <p:blipFill rotWithShape="1">
            <a:blip r:embed="rId5">
              <a:alphaModFix/>
            </a:blip>
            <a:srcRect/>
            <a:stretch/>
          </p:blipFill>
          <p:spPr>
            <a:xfrm>
              <a:off x="10784458" y="1232743"/>
              <a:ext cx="1111146" cy="306954"/>
            </a:xfrm>
            <a:prstGeom prst="rect">
              <a:avLst/>
            </a:prstGeom>
            <a:noFill/>
            <a:ln>
              <a:noFill/>
            </a:ln>
          </p:spPr>
        </p:pic>
        <p:pic>
          <p:nvPicPr>
            <p:cNvPr id="372" name="Google Shape;372;p26"/>
            <p:cNvPicPr preferRelativeResize="0"/>
            <p:nvPr/>
          </p:nvPicPr>
          <p:blipFill rotWithShape="1">
            <a:blip r:embed="rId6">
              <a:alphaModFix/>
            </a:blip>
            <a:srcRect/>
            <a:stretch/>
          </p:blipFill>
          <p:spPr>
            <a:xfrm>
              <a:off x="11253012" y="867518"/>
              <a:ext cx="515375" cy="434847"/>
            </a:xfrm>
            <a:prstGeom prst="rect">
              <a:avLst/>
            </a:prstGeom>
            <a:noFill/>
            <a:ln>
              <a:noFill/>
            </a:ln>
          </p:spPr>
        </p:pic>
        <p:sp>
          <p:nvSpPr>
            <p:cNvPr id="373" name="Google Shape;373;p26"/>
            <p:cNvSpPr txBox="1"/>
            <p:nvPr/>
          </p:nvSpPr>
          <p:spPr>
            <a:xfrm>
              <a:off x="10625232" y="83534"/>
              <a:ext cx="1770934" cy="44204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7"/>
        <p:cNvGrpSpPr/>
        <p:nvPr/>
      </p:nvGrpSpPr>
      <p:grpSpPr>
        <a:xfrm>
          <a:off x="0" y="0"/>
          <a:ext cx="0" cy="0"/>
          <a:chOff x="0" y="0"/>
          <a:chExt cx="0" cy="0"/>
        </a:xfrm>
      </p:grpSpPr>
      <p:sp>
        <p:nvSpPr>
          <p:cNvPr id="378" name="Google Shape;378;p27"/>
          <p:cNvSpPr txBox="1">
            <a:spLocks noGrp="1"/>
          </p:cNvSpPr>
          <p:nvPr>
            <p:ph type="title"/>
          </p:nvPr>
        </p:nvSpPr>
        <p:spPr>
          <a:xfrm>
            <a:off x="2545850" y="659025"/>
            <a:ext cx="9207600" cy="4524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WHY QUANTUM CONVOLUTIONAL NEURAL NETWORKS?</a:t>
            </a:r>
            <a:endParaRPr sz="2600"/>
          </a:p>
        </p:txBody>
      </p:sp>
      <p:sp>
        <p:nvSpPr>
          <p:cNvPr id="379" name="Google Shape;379;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380" name="Google Shape;380;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381" name="Google Shape;381;p27"/>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382" name="Google Shape;382;p27"/>
          <p:cNvGrpSpPr/>
          <p:nvPr/>
        </p:nvGrpSpPr>
        <p:grpSpPr>
          <a:xfrm>
            <a:off x="23723" y="34470"/>
            <a:ext cx="2326460" cy="1671283"/>
            <a:chOff x="23723" y="34470"/>
            <a:chExt cx="2326460" cy="1671283"/>
          </a:xfrm>
        </p:grpSpPr>
        <p:pic>
          <p:nvPicPr>
            <p:cNvPr id="383" name="Google Shape;383;p27"/>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384" name="Google Shape;384;p27"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385" name="Google Shape;385;p27"/>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386" name="Google Shape;386;p27"/>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387" name="Google Shape;387;p27"/>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pic>
        <p:nvPicPr>
          <p:cNvPr id="388" name="Google Shape;388;p27"/>
          <p:cNvPicPr preferRelativeResize="0"/>
          <p:nvPr/>
        </p:nvPicPr>
        <p:blipFill>
          <a:blip r:embed="rId7">
            <a:alphaModFix/>
          </a:blip>
          <a:stretch>
            <a:fillRect/>
          </a:stretch>
        </p:blipFill>
        <p:spPr>
          <a:xfrm>
            <a:off x="309050" y="2241125"/>
            <a:ext cx="5943600" cy="3343275"/>
          </a:xfrm>
          <a:prstGeom prst="rect">
            <a:avLst/>
          </a:prstGeom>
          <a:noFill/>
          <a:ln>
            <a:noFill/>
          </a:ln>
        </p:spPr>
      </p:pic>
      <p:sp>
        <p:nvSpPr>
          <p:cNvPr id="389" name="Google Shape;389;p27"/>
          <p:cNvSpPr txBox="1"/>
          <p:nvPr/>
        </p:nvSpPr>
        <p:spPr>
          <a:xfrm>
            <a:off x="313100" y="5625900"/>
            <a:ext cx="5935500" cy="33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a:t>Source: Unsplash (Google DeepMind)</a:t>
            </a:r>
            <a:endParaRPr sz="800"/>
          </a:p>
          <a:p>
            <a:pPr marL="0" lvl="0" indent="0" algn="l" rtl="0">
              <a:spcBef>
                <a:spcPts val="0"/>
              </a:spcBef>
              <a:spcAft>
                <a:spcPts val="0"/>
              </a:spcAft>
              <a:buNone/>
            </a:pPr>
            <a:endParaRPr sz="800">
              <a:solidFill>
                <a:schemeClr val="lt1"/>
              </a:solidFill>
            </a:endParaRPr>
          </a:p>
        </p:txBody>
      </p:sp>
      <p:sp>
        <p:nvSpPr>
          <p:cNvPr id="390" name="Google Shape;390;p27"/>
          <p:cNvSpPr txBox="1"/>
          <p:nvPr/>
        </p:nvSpPr>
        <p:spPr>
          <a:xfrm>
            <a:off x="6636275" y="2676913"/>
            <a:ext cx="5030400" cy="24717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sz="1800"/>
              <a:t>Growing demand for faster, more efficient machine learning models.</a:t>
            </a:r>
            <a:endParaRPr sz="1800"/>
          </a:p>
          <a:p>
            <a:pPr marL="457200" lvl="0" indent="-342900" algn="l" rtl="0">
              <a:lnSpc>
                <a:spcPct val="115000"/>
              </a:lnSpc>
              <a:spcBef>
                <a:spcPts val="0"/>
              </a:spcBef>
              <a:spcAft>
                <a:spcPts val="0"/>
              </a:spcAft>
              <a:buSzPts val="1800"/>
              <a:buChar char="●"/>
            </a:pPr>
            <a:r>
              <a:rPr lang="en-US" sz="1800"/>
              <a:t>Classical CNNs face limitations: High computational needs, large dataset requirements.</a:t>
            </a:r>
            <a:endParaRPr sz="1800"/>
          </a:p>
          <a:p>
            <a:pPr marL="457200" lvl="0" indent="-342900" algn="l" rtl="0">
              <a:lnSpc>
                <a:spcPct val="115000"/>
              </a:lnSpc>
              <a:spcBef>
                <a:spcPts val="0"/>
              </a:spcBef>
              <a:spcAft>
                <a:spcPts val="0"/>
              </a:spcAft>
              <a:buSzPts val="1800"/>
              <a:buChar char="●"/>
            </a:pPr>
            <a:r>
              <a:rPr lang="en-US" sz="1800"/>
              <a:t>Quantum computing: A promising solution to enhance efficiency and scalability.</a:t>
            </a:r>
            <a:endParaRPr sz="18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4"/>
        <p:cNvGrpSpPr/>
        <p:nvPr/>
      </p:nvGrpSpPr>
      <p:grpSpPr>
        <a:xfrm>
          <a:off x="0" y="0"/>
          <a:ext cx="0" cy="0"/>
          <a:chOff x="0" y="0"/>
          <a:chExt cx="0" cy="0"/>
        </a:xfrm>
      </p:grpSpPr>
      <p:sp>
        <p:nvSpPr>
          <p:cNvPr id="395" name="Google Shape;395;p28"/>
          <p:cNvSpPr txBox="1">
            <a:spLocks noGrp="1"/>
          </p:cNvSpPr>
          <p:nvPr>
            <p:ph type="title"/>
          </p:nvPr>
        </p:nvSpPr>
        <p:spPr>
          <a:xfrm>
            <a:off x="2545850" y="659025"/>
            <a:ext cx="9207600" cy="4524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THE CASE FOR QCNNs</a:t>
            </a:r>
            <a:endParaRPr sz="2600"/>
          </a:p>
        </p:txBody>
      </p:sp>
      <p:sp>
        <p:nvSpPr>
          <p:cNvPr id="396" name="Google Shape;396;p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397" name="Google Shape;397;p2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398" name="Google Shape;398;p28"/>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399" name="Google Shape;399;p28"/>
          <p:cNvGrpSpPr/>
          <p:nvPr/>
        </p:nvGrpSpPr>
        <p:grpSpPr>
          <a:xfrm>
            <a:off x="23723" y="34470"/>
            <a:ext cx="2326460" cy="1671283"/>
            <a:chOff x="23723" y="34470"/>
            <a:chExt cx="2326460" cy="1671283"/>
          </a:xfrm>
        </p:grpSpPr>
        <p:pic>
          <p:nvPicPr>
            <p:cNvPr id="400" name="Google Shape;400;p28"/>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401" name="Google Shape;401;p28"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402" name="Google Shape;402;p28"/>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403" name="Google Shape;403;p28"/>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404" name="Google Shape;404;p28"/>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sp>
        <p:nvSpPr>
          <p:cNvPr id="405" name="Google Shape;405;p28"/>
          <p:cNvSpPr txBox="1"/>
          <p:nvPr/>
        </p:nvSpPr>
        <p:spPr>
          <a:xfrm>
            <a:off x="6122000" y="2313022"/>
            <a:ext cx="5558700" cy="33762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sz="1800"/>
              <a:t>QCNNs mimic CNN structures but operate in the quantum domain.</a:t>
            </a:r>
            <a:endParaRPr sz="1800"/>
          </a:p>
          <a:p>
            <a:pPr marL="457200" lvl="0" indent="-342900" algn="l" rtl="0">
              <a:lnSpc>
                <a:spcPct val="115000"/>
              </a:lnSpc>
              <a:spcBef>
                <a:spcPts val="0"/>
              </a:spcBef>
              <a:spcAft>
                <a:spcPts val="0"/>
              </a:spcAft>
              <a:buSzPts val="1800"/>
              <a:buChar char="●"/>
            </a:pPr>
            <a:r>
              <a:rPr lang="en-US" sz="1800"/>
              <a:t>They leverage qubits to reduce resource needs and enhance generalization.</a:t>
            </a:r>
            <a:endParaRPr sz="1800"/>
          </a:p>
          <a:p>
            <a:pPr marL="457200" lvl="0" indent="-342900" algn="l" rtl="0">
              <a:lnSpc>
                <a:spcPct val="115000"/>
              </a:lnSpc>
              <a:spcBef>
                <a:spcPts val="0"/>
              </a:spcBef>
              <a:spcAft>
                <a:spcPts val="0"/>
              </a:spcAft>
              <a:buSzPts val="1800"/>
              <a:buChar char="●"/>
            </a:pPr>
            <a:r>
              <a:rPr lang="en-US" sz="1800" b="1"/>
              <a:t>Superposition:</a:t>
            </a:r>
            <a:r>
              <a:rPr lang="en-US" sz="1800"/>
              <a:t> Qubits process multiple states simultaneously. </a:t>
            </a:r>
            <a:endParaRPr sz="1800"/>
          </a:p>
          <a:p>
            <a:pPr marL="457200" lvl="0" indent="-342900" algn="l" rtl="0">
              <a:lnSpc>
                <a:spcPct val="115000"/>
              </a:lnSpc>
              <a:spcBef>
                <a:spcPts val="0"/>
              </a:spcBef>
              <a:spcAft>
                <a:spcPts val="0"/>
              </a:spcAft>
              <a:buSzPts val="1800"/>
              <a:buChar char="●"/>
            </a:pPr>
            <a:r>
              <a:rPr lang="en-US" sz="1800" b="1"/>
              <a:t>Entanglement:</a:t>
            </a:r>
            <a:r>
              <a:rPr lang="en-US" sz="1800"/>
              <a:t> Capture complex relationships between data features</a:t>
            </a:r>
            <a:endParaRPr sz="1800"/>
          </a:p>
          <a:p>
            <a:pPr marL="457200" lvl="0" indent="-342900" algn="l" rtl="0">
              <a:lnSpc>
                <a:spcPct val="115000"/>
              </a:lnSpc>
              <a:spcBef>
                <a:spcPts val="0"/>
              </a:spcBef>
              <a:spcAft>
                <a:spcPts val="0"/>
              </a:spcAft>
              <a:buSzPts val="1800"/>
              <a:buChar char="●"/>
            </a:pPr>
            <a:r>
              <a:rPr lang="en-US" sz="1800" b="1"/>
              <a:t>Parallelism:</a:t>
            </a:r>
            <a:r>
              <a:rPr lang="en-US" sz="1800"/>
              <a:t> Process multiple computations simultaneously, reducing resource needs.</a:t>
            </a:r>
            <a:endParaRPr sz="2500"/>
          </a:p>
        </p:txBody>
      </p:sp>
      <p:pic>
        <p:nvPicPr>
          <p:cNvPr id="406" name="Google Shape;406;p28"/>
          <p:cNvPicPr preferRelativeResize="0"/>
          <p:nvPr/>
        </p:nvPicPr>
        <p:blipFill>
          <a:blip r:embed="rId7">
            <a:alphaModFix/>
          </a:blip>
          <a:stretch>
            <a:fillRect/>
          </a:stretch>
        </p:blipFill>
        <p:spPr>
          <a:xfrm>
            <a:off x="114300" y="1975750"/>
            <a:ext cx="5179596" cy="4050738"/>
          </a:xfrm>
          <a:prstGeom prst="rect">
            <a:avLst/>
          </a:prstGeom>
          <a:noFill/>
          <a:ln>
            <a:noFill/>
          </a:ln>
        </p:spPr>
      </p:pic>
      <p:sp>
        <p:nvSpPr>
          <p:cNvPr id="407" name="Google Shape;407;p28"/>
          <p:cNvSpPr txBox="1"/>
          <p:nvPr/>
        </p:nvSpPr>
        <p:spPr>
          <a:xfrm>
            <a:off x="114300" y="6026500"/>
            <a:ext cx="4665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t>Source: Cong, I., Choi, S., Lukin, M.D.: Quantum convolutional neural networks. Nature Physics 15(12), 1273–1278 (Aug 2019).</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7"/>
        <p:cNvGrpSpPr/>
        <p:nvPr/>
      </p:nvGrpSpPr>
      <p:grpSpPr>
        <a:xfrm>
          <a:off x="0" y="0"/>
          <a:ext cx="0" cy="0"/>
          <a:chOff x="0" y="0"/>
          <a:chExt cx="0" cy="0"/>
        </a:xfrm>
      </p:grpSpPr>
      <p:sp>
        <p:nvSpPr>
          <p:cNvPr id="428" name="Google Shape;428;p30"/>
          <p:cNvSpPr txBox="1">
            <a:spLocks noGrp="1"/>
          </p:cNvSpPr>
          <p:nvPr>
            <p:ph type="title"/>
          </p:nvPr>
        </p:nvSpPr>
        <p:spPr>
          <a:xfrm>
            <a:off x="4012200" y="619825"/>
            <a:ext cx="4167600" cy="8127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LAYERS</a:t>
            </a:r>
            <a:endParaRPr sz="2600"/>
          </a:p>
          <a:p>
            <a:pPr marL="0" lvl="0" indent="0" algn="ctr" rtl="0">
              <a:lnSpc>
                <a:spcPct val="90000"/>
              </a:lnSpc>
              <a:spcBef>
                <a:spcPts val="0"/>
              </a:spcBef>
              <a:spcAft>
                <a:spcPts val="0"/>
              </a:spcAft>
              <a:buClr>
                <a:schemeClr val="accent1"/>
              </a:buClr>
              <a:buSzPts val="2800"/>
              <a:buFont typeface="Arial"/>
              <a:buNone/>
            </a:pPr>
            <a:r>
              <a:rPr lang="en-US" sz="2600"/>
              <a:t>(CONVOLUTION)</a:t>
            </a:r>
            <a:endParaRPr sz="2600"/>
          </a:p>
        </p:txBody>
      </p:sp>
      <p:sp>
        <p:nvSpPr>
          <p:cNvPr id="429" name="Google Shape;429;p3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430" name="Google Shape;430;p3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431" name="Google Shape;431;p30"/>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432" name="Google Shape;432;p30"/>
          <p:cNvGrpSpPr/>
          <p:nvPr/>
        </p:nvGrpSpPr>
        <p:grpSpPr>
          <a:xfrm>
            <a:off x="23723" y="34470"/>
            <a:ext cx="2326460" cy="1671283"/>
            <a:chOff x="23723" y="34470"/>
            <a:chExt cx="2326460" cy="1671283"/>
          </a:xfrm>
        </p:grpSpPr>
        <p:pic>
          <p:nvPicPr>
            <p:cNvPr id="433" name="Google Shape;433;p30"/>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434" name="Google Shape;434;p30"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435" name="Google Shape;435;p30"/>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436" name="Google Shape;436;p30"/>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437" name="Google Shape;437;p30"/>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pic>
        <p:nvPicPr>
          <p:cNvPr id="438" name="Google Shape;438;p30"/>
          <p:cNvPicPr preferRelativeResize="0"/>
          <p:nvPr/>
        </p:nvPicPr>
        <p:blipFill>
          <a:blip r:embed="rId7">
            <a:alphaModFix/>
          </a:blip>
          <a:stretch>
            <a:fillRect/>
          </a:stretch>
        </p:blipFill>
        <p:spPr>
          <a:xfrm>
            <a:off x="2897650" y="1709050"/>
            <a:ext cx="6945100" cy="3472550"/>
          </a:xfrm>
          <a:prstGeom prst="rect">
            <a:avLst/>
          </a:prstGeom>
          <a:noFill/>
          <a:ln>
            <a:noFill/>
          </a:ln>
        </p:spPr>
      </p:pic>
      <p:sp>
        <p:nvSpPr>
          <p:cNvPr id="439" name="Google Shape;439;p30"/>
          <p:cNvSpPr txBox="1"/>
          <p:nvPr/>
        </p:nvSpPr>
        <p:spPr>
          <a:xfrm>
            <a:off x="160200" y="6083650"/>
            <a:ext cx="3852000" cy="2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Source: Github - aqeelanwar</a:t>
            </a:r>
            <a:endParaRPr sz="800">
              <a:solidFill>
                <a:schemeClr val="dk1"/>
              </a:solidFill>
            </a:endParaRPr>
          </a:p>
        </p:txBody>
      </p:sp>
      <p:sp>
        <p:nvSpPr>
          <p:cNvPr id="440" name="Google Shape;440;p30"/>
          <p:cNvSpPr txBox="1"/>
          <p:nvPr/>
        </p:nvSpPr>
        <p:spPr>
          <a:xfrm>
            <a:off x="4516200" y="5103850"/>
            <a:ext cx="3708000" cy="979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a:solidFill>
                  <a:schemeClr val="dk1"/>
                </a:solidFill>
              </a:rPr>
              <a:t>Convolution operation on on a 5x5 input image using a 3x3 kernel, resulting in a 3x3 output image. The operation is performed with a stride of 1 and no padding.</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4"/>
        <p:cNvGrpSpPr/>
        <p:nvPr/>
      </p:nvGrpSpPr>
      <p:grpSpPr>
        <a:xfrm>
          <a:off x="0" y="0"/>
          <a:ext cx="0" cy="0"/>
          <a:chOff x="0" y="0"/>
          <a:chExt cx="0" cy="0"/>
        </a:xfrm>
      </p:grpSpPr>
      <p:sp>
        <p:nvSpPr>
          <p:cNvPr id="445" name="Google Shape;445;p31"/>
          <p:cNvSpPr txBox="1">
            <a:spLocks noGrp="1"/>
          </p:cNvSpPr>
          <p:nvPr>
            <p:ph type="title"/>
          </p:nvPr>
        </p:nvSpPr>
        <p:spPr>
          <a:xfrm>
            <a:off x="4012200" y="619825"/>
            <a:ext cx="4167600" cy="8127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LAYERS</a:t>
            </a:r>
            <a:endParaRPr sz="2600"/>
          </a:p>
          <a:p>
            <a:pPr marL="0" lvl="0" indent="0" algn="ctr" rtl="0">
              <a:lnSpc>
                <a:spcPct val="90000"/>
              </a:lnSpc>
              <a:spcBef>
                <a:spcPts val="0"/>
              </a:spcBef>
              <a:spcAft>
                <a:spcPts val="0"/>
              </a:spcAft>
              <a:buClr>
                <a:schemeClr val="accent1"/>
              </a:buClr>
              <a:buSzPts val="2800"/>
              <a:buFont typeface="Arial"/>
              <a:buNone/>
            </a:pPr>
            <a:r>
              <a:rPr lang="en-US" sz="2600"/>
              <a:t>(POOLING)</a:t>
            </a:r>
            <a:endParaRPr sz="2600"/>
          </a:p>
        </p:txBody>
      </p:sp>
      <p:sp>
        <p:nvSpPr>
          <p:cNvPr id="446" name="Google Shape;446;p3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447" name="Google Shape;447;p3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448" name="Google Shape;448;p31"/>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449" name="Google Shape;449;p31"/>
          <p:cNvGrpSpPr/>
          <p:nvPr/>
        </p:nvGrpSpPr>
        <p:grpSpPr>
          <a:xfrm>
            <a:off x="23723" y="34470"/>
            <a:ext cx="2326460" cy="1671283"/>
            <a:chOff x="23723" y="34470"/>
            <a:chExt cx="2326460" cy="1671283"/>
          </a:xfrm>
        </p:grpSpPr>
        <p:pic>
          <p:nvPicPr>
            <p:cNvPr id="450" name="Google Shape;450;p31"/>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451" name="Google Shape;451;p31"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452" name="Google Shape;452;p31"/>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453" name="Google Shape;453;p31"/>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454" name="Google Shape;454;p31"/>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sp>
        <p:nvSpPr>
          <p:cNvPr id="455" name="Google Shape;455;p31"/>
          <p:cNvSpPr txBox="1"/>
          <p:nvPr/>
        </p:nvSpPr>
        <p:spPr>
          <a:xfrm>
            <a:off x="160200" y="6083650"/>
            <a:ext cx="3852000" cy="2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Source: Medium Article - Introduction To Pooling Layers In CNN</a:t>
            </a:r>
            <a:endParaRPr sz="800">
              <a:solidFill>
                <a:schemeClr val="dk1"/>
              </a:solidFill>
            </a:endParaRPr>
          </a:p>
        </p:txBody>
      </p:sp>
      <p:pic>
        <p:nvPicPr>
          <p:cNvPr id="456" name="Google Shape;456;p31"/>
          <p:cNvPicPr preferRelativeResize="0"/>
          <p:nvPr/>
        </p:nvPicPr>
        <p:blipFill>
          <a:blip r:embed="rId7">
            <a:alphaModFix/>
          </a:blip>
          <a:stretch>
            <a:fillRect/>
          </a:stretch>
        </p:blipFill>
        <p:spPr>
          <a:xfrm>
            <a:off x="3127188" y="1508987"/>
            <a:ext cx="5937633" cy="449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0"/>
        <p:cNvGrpSpPr/>
        <p:nvPr/>
      </p:nvGrpSpPr>
      <p:grpSpPr>
        <a:xfrm>
          <a:off x="0" y="0"/>
          <a:ext cx="0" cy="0"/>
          <a:chOff x="0" y="0"/>
          <a:chExt cx="0" cy="0"/>
        </a:xfrm>
      </p:grpSpPr>
      <p:sp>
        <p:nvSpPr>
          <p:cNvPr id="461" name="Google Shape;461;p32"/>
          <p:cNvSpPr txBox="1">
            <a:spLocks noGrp="1"/>
          </p:cNvSpPr>
          <p:nvPr>
            <p:ph type="title"/>
          </p:nvPr>
        </p:nvSpPr>
        <p:spPr>
          <a:xfrm>
            <a:off x="3717600" y="583375"/>
            <a:ext cx="4756800" cy="8127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LAYERS</a:t>
            </a:r>
            <a:endParaRPr sz="2600"/>
          </a:p>
          <a:p>
            <a:pPr marL="0" lvl="0" indent="0" algn="ctr" rtl="0">
              <a:lnSpc>
                <a:spcPct val="90000"/>
              </a:lnSpc>
              <a:spcBef>
                <a:spcPts val="0"/>
              </a:spcBef>
              <a:spcAft>
                <a:spcPts val="0"/>
              </a:spcAft>
              <a:buClr>
                <a:schemeClr val="accent1"/>
              </a:buClr>
              <a:buSzPts val="2800"/>
              <a:buFont typeface="Arial"/>
              <a:buNone/>
            </a:pPr>
            <a:r>
              <a:rPr lang="en-US" sz="2600"/>
              <a:t>(FULLY CONNECTED)</a:t>
            </a:r>
            <a:endParaRPr sz="2600"/>
          </a:p>
        </p:txBody>
      </p:sp>
      <p:sp>
        <p:nvSpPr>
          <p:cNvPr id="462" name="Google Shape;462;p3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463" name="Google Shape;463;p3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464" name="Google Shape;464;p32"/>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465" name="Google Shape;465;p32"/>
          <p:cNvGrpSpPr/>
          <p:nvPr/>
        </p:nvGrpSpPr>
        <p:grpSpPr>
          <a:xfrm>
            <a:off x="23723" y="34470"/>
            <a:ext cx="2326460" cy="1671283"/>
            <a:chOff x="23723" y="34470"/>
            <a:chExt cx="2326460" cy="1671283"/>
          </a:xfrm>
        </p:grpSpPr>
        <p:pic>
          <p:nvPicPr>
            <p:cNvPr id="466" name="Google Shape;466;p32"/>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467" name="Google Shape;467;p32"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468" name="Google Shape;468;p32"/>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469" name="Google Shape;469;p32"/>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470" name="Google Shape;470;p32"/>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sp>
        <p:nvSpPr>
          <p:cNvPr id="471" name="Google Shape;471;p32"/>
          <p:cNvSpPr txBox="1"/>
          <p:nvPr/>
        </p:nvSpPr>
        <p:spPr>
          <a:xfrm>
            <a:off x="160200" y="6083650"/>
            <a:ext cx="4578600" cy="2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Source: Medium Article - Convolutional Neural Networks (CNNs) : A Complete Guide</a:t>
            </a:r>
            <a:endParaRPr sz="800">
              <a:solidFill>
                <a:schemeClr val="dk1"/>
              </a:solidFill>
            </a:endParaRPr>
          </a:p>
        </p:txBody>
      </p:sp>
      <p:pic>
        <p:nvPicPr>
          <p:cNvPr id="472" name="Google Shape;472;p32"/>
          <p:cNvPicPr preferRelativeResize="0"/>
          <p:nvPr/>
        </p:nvPicPr>
        <p:blipFill>
          <a:blip r:embed="rId7">
            <a:alphaModFix/>
          </a:blip>
          <a:stretch>
            <a:fillRect/>
          </a:stretch>
        </p:blipFill>
        <p:spPr>
          <a:xfrm>
            <a:off x="3187400" y="1396078"/>
            <a:ext cx="5817201" cy="3121152"/>
          </a:xfrm>
          <a:prstGeom prst="rect">
            <a:avLst/>
          </a:prstGeom>
          <a:noFill/>
          <a:ln>
            <a:noFill/>
          </a:ln>
        </p:spPr>
      </p:pic>
      <p:sp>
        <p:nvSpPr>
          <p:cNvPr id="473" name="Google Shape;473;p32"/>
          <p:cNvSpPr txBox="1"/>
          <p:nvPr/>
        </p:nvSpPr>
        <p:spPr>
          <a:xfrm>
            <a:off x="3423000" y="4841075"/>
            <a:ext cx="5346000" cy="681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500">
                <a:solidFill>
                  <a:schemeClr val="dk1"/>
                </a:solidFill>
              </a:rPr>
              <a:t>The pooled feature map is flattened into a 1D vector and passed through fully connected layers to combine features and classify the input into categories.</a:t>
            </a:r>
            <a:endParaRPr sz="1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1"/>
        <p:cNvGrpSpPr/>
        <p:nvPr/>
      </p:nvGrpSpPr>
      <p:grpSpPr>
        <a:xfrm>
          <a:off x="0" y="0"/>
          <a:ext cx="0" cy="0"/>
          <a:chOff x="0" y="0"/>
          <a:chExt cx="0" cy="0"/>
        </a:xfrm>
      </p:grpSpPr>
      <p:sp>
        <p:nvSpPr>
          <p:cNvPr id="412" name="Google Shape;412;p29"/>
          <p:cNvSpPr txBox="1">
            <a:spLocks noGrp="1"/>
          </p:cNvSpPr>
          <p:nvPr>
            <p:ph type="title"/>
          </p:nvPr>
        </p:nvSpPr>
        <p:spPr>
          <a:xfrm>
            <a:off x="4012200" y="619825"/>
            <a:ext cx="4167600" cy="4524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QCNN ARCHITECTURE</a:t>
            </a:r>
            <a:endParaRPr sz="2600"/>
          </a:p>
        </p:txBody>
      </p:sp>
      <p:sp>
        <p:nvSpPr>
          <p:cNvPr id="413" name="Google Shape;413;p2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414" name="Google Shape;414;p2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415" name="Google Shape;415;p29"/>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416" name="Google Shape;416;p29"/>
          <p:cNvGrpSpPr/>
          <p:nvPr/>
        </p:nvGrpSpPr>
        <p:grpSpPr>
          <a:xfrm>
            <a:off x="23723" y="34470"/>
            <a:ext cx="2326460" cy="1671283"/>
            <a:chOff x="23723" y="34470"/>
            <a:chExt cx="2326460" cy="1671283"/>
          </a:xfrm>
        </p:grpSpPr>
        <p:pic>
          <p:nvPicPr>
            <p:cNvPr id="417" name="Google Shape;417;p29"/>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418" name="Google Shape;418;p29"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419" name="Google Shape;419;p29"/>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420" name="Google Shape;420;p29"/>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421" name="Google Shape;421;p29"/>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sp>
        <p:nvSpPr>
          <p:cNvPr id="422" name="Google Shape;422;p29"/>
          <p:cNvSpPr txBox="1"/>
          <p:nvPr/>
        </p:nvSpPr>
        <p:spPr>
          <a:xfrm>
            <a:off x="6122000" y="1419350"/>
            <a:ext cx="5558700" cy="493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b="1"/>
              <a:t>(a) Classical Convolution</a:t>
            </a:r>
            <a:r>
              <a:rPr lang="en-US"/>
              <a:t>:</a:t>
            </a:r>
            <a:endParaRPr/>
          </a:p>
          <a:p>
            <a:pPr marL="457200" lvl="0" indent="-317500" algn="l" rtl="0">
              <a:lnSpc>
                <a:spcPct val="115000"/>
              </a:lnSpc>
              <a:spcBef>
                <a:spcPts val="1200"/>
              </a:spcBef>
              <a:spcAft>
                <a:spcPts val="0"/>
              </a:spcAft>
              <a:buSzPts val="1400"/>
              <a:buChar char="●"/>
            </a:pPr>
            <a:r>
              <a:rPr lang="en-US"/>
              <a:t>A 2x2 kernel slides over a 3x3 input matrix.</a:t>
            </a:r>
            <a:endParaRPr/>
          </a:p>
          <a:p>
            <a:pPr marL="457200" lvl="0" indent="-317500" algn="l" rtl="0">
              <a:lnSpc>
                <a:spcPct val="115000"/>
              </a:lnSpc>
              <a:spcBef>
                <a:spcPts val="0"/>
              </a:spcBef>
              <a:spcAft>
                <a:spcPts val="0"/>
              </a:spcAft>
              <a:buSzPts val="1400"/>
              <a:buChar char="●"/>
            </a:pPr>
            <a:r>
              <a:rPr lang="en-US"/>
              <a:t>Element-wise multiplication and summation produce a 2x2 output.</a:t>
            </a:r>
            <a:endParaRPr/>
          </a:p>
          <a:p>
            <a:pPr marL="0" lvl="0" indent="0" algn="l" rtl="0">
              <a:lnSpc>
                <a:spcPct val="115000"/>
              </a:lnSpc>
              <a:spcBef>
                <a:spcPts val="1200"/>
              </a:spcBef>
              <a:spcAft>
                <a:spcPts val="0"/>
              </a:spcAft>
              <a:buNone/>
            </a:pPr>
            <a:r>
              <a:rPr lang="en-US" b="1"/>
              <a:t>(b) CNN Architecture</a:t>
            </a:r>
            <a:r>
              <a:rPr lang="en-US"/>
              <a:t>:</a:t>
            </a:r>
            <a:endParaRPr/>
          </a:p>
          <a:p>
            <a:pPr marL="457200" lvl="0" indent="-317500" algn="l" rtl="0">
              <a:lnSpc>
                <a:spcPct val="115000"/>
              </a:lnSpc>
              <a:spcBef>
                <a:spcPts val="1200"/>
              </a:spcBef>
              <a:spcAft>
                <a:spcPts val="0"/>
              </a:spcAft>
              <a:buSzPts val="1400"/>
              <a:buChar char="●"/>
            </a:pPr>
            <a:r>
              <a:rPr lang="en-US"/>
              <a:t>Layers: Convolution → Pooling → Dense layers.</a:t>
            </a:r>
            <a:endParaRPr/>
          </a:p>
          <a:p>
            <a:pPr marL="457200" lvl="0" indent="-317500" algn="l" rtl="0">
              <a:lnSpc>
                <a:spcPct val="115000"/>
              </a:lnSpc>
              <a:spcBef>
                <a:spcPts val="0"/>
              </a:spcBef>
              <a:spcAft>
                <a:spcPts val="0"/>
              </a:spcAft>
              <a:buSzPts val="1400"/>
              <a:buChar char="●"/>
            </a:pPr>
            <a:r>
              <a:rPr lang="en-US"/>
              <a:t>Used for feature extraction and classification.</a:t>
            </a:r>
            <a:endParaRPr/>
          </a:p>
          <a:p>
            <a:pPr marL="0" lvl="0" indent="0" algn="l" rtl="0">
              <a:lnSpc>
                <a:spcPct val="115000"/>
              </a:lnSpc>
              <a:spcBef>
                <a:spcPts val="1200"/>
              </a:spcBef>
              <a:spcAft>
                <a:spcPts val="0"/>
              </a:spcAft>
              <a:buNone/>
            </a:pPr>
            <a:r>
              <a:rPr lang="en-US" b="1"/>
              <a:t>(c) QCNN Convolution</a:t>
            </a:r>
            <a:r>
              <a:rPr lang="en-US"/>
              <a:t>:</a:t>
            </a:r>
            <a:endParaRPr/>
          </a:p>
          <a:p>
            <a:pPr marL="457200" lvl="0" indent="-317500" algn="l" rtl="0">
              <a:lnSpc>
                <a:spcPct val="115000"/>
              </a:lnSpc>
              <a:spcBef>
                <a:spcPts val="1200"/>
              </a:spcBef>
              <a:spcAft>
                <a:spcPts val="0"/>
              </a:spcAft>
              <a:buSzPts val="1400"/>
              <a:buChar char="●"/>
            </a:pPr>
            <a:r>
              <a:rPr lang="en-US"/>
              <a:t>Input is encoded into quantum states.</a:t>
            </a:r>
            <a:endParaRPr/>
          </a:p>
          <a:p>
            <a:pPr marL="457200" lvl="0" indent="-317500" algn="l" rtl="0">
              <a:lnSpc>
                <a:spcPct val="115000"/>
              </a:lnSpc>
              <a:spcBef>
                <a:spcPts val="0"/>
              </a:spcBef>
              <a:spcAft>
                <a:spcPts val="0"/>
              </a:spcAft>
              <a:buSzPts val="1400"/>
              <a:buChar char="●"/>
            </a:pPr>
            <a:r>
              <a:rPr lang="en-US"/>
              <a:t>Quantum circuit processes data using gates (e.g., Ising, U3).</a:t>
            </a:r>
            <a:endParaRPr/>
          </a:p>
          <a:p>
            <a:pPr marL="457200" lvl="0" indent="-317500" algn="l" rtl="0">
              <a:lnSpc>
                <a:spcPct val="115000"/>
              </a:lnSpc>
              <a:spcBef>
                <a:spcPts val="0"/>
              </a:spcBef>
              <a:spcAft>
                <a:spcPts val="0"/>
              </a:spcAft>
              <a:buSzPts val="1400"/>
              <a:buChar char="●"/>
            </a:pPr>
            <a:r>
              <a:rPr lang="en-US"/>
              <a:t>Measurement decodes the output.</a:t>
            </a:r>
            <a:endParaRPr/>
          </a:p>
          <a:p>
            <a:pPr marL="0" lvl="0" indent="0" algn="l" rtl="0">
              <a:lnSpc>
                <a:spcPct val="115000"/>
              </a:lnSpc>
              <a:spcBef>
                <a:spcPts val="1200"/>
              </a:spcBef>
              <a:spcAft>
                <a:spcPts val="0"/>
              </a:spcAft>
              <a:buNone/>
            </a:pPr>
            <a:r>
              <a:rPr lang="en-US" b="1"/>
              <a:t>QCNN Layers</a:t>
            </a:r>
            <a:r>
              <a:rPr lang="en-US"/>
              <a:t>:</a:t>
            </a:r>
            <a:endParaRPr/>
          </a:p>
          <a:p>
            <a:pPr marL="457200" lvl="0" indent="-317500" algn="l" rtl="0">
              <a:lnSpc>
                <a:spcPct val="115000"/>
              </a:lnSpc>
              <a:spcBef>
                <a:spcPts val="1200"/>
              </a:spcBef>
              <a:spcAft>
                <a:spcPts val="0"/>
              </a:spcAft>
              <a:buSzPts val="1400"/>
              <a:buChar char="●"/>
            </a:pPr>
            <a:r>
              <a:rPr lang="en-US"/>
              <a:t>All layers are composed of similar quantum variational circuits.</a:t>
            </a:r>
            <a:endParaRPr sz="2100"/>
          </a:p>
        </p:txBody>
      </p:sp>
      <p:pic>
        <p:nvPicPr>
          <p:cNvPr id="423" name="Google Shape;423;p29"/>
          <p:cNvPicPr preferRelativeResize="0"/>
          <p:nvPr/>
        </p:nvPicPr>
        <p:blipFill rotWithShape="1">
          <a:blip r:embed="rId7">
            <a:alphaModFix/>
          </a:blip>
          <a:srcRect l="3235" r="3784"/>
          <a:stretch/>
        </p:blipFill>
        <p:spPr>
          <a:xfrm>
            <a:off x="0" y="2114125"/>
            <a:ext cx="6122000" cy="38303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7"/>
        <p:cNvGrpSpPr/>
        <p:nvPr/>
      </p:nvGrpSpPr>
      <p:grpSpPr>
        <a:xfrm>
          <a:off x="0" y="0"/>
          <a:ext cx="0" cy="0"/>
          <a:chOff x="0" y="0"/>
          <a:chExt cx="0" cy="0"/>
        </a:xfrm>
      </p:grpSpPr>
      <p:sp>
        <p:nvSpPr>
          <p:cNvPr id="478" name="Google Shape;478;p33"/>
          <p:cNvSpPr txBox="1">
            <a:spLocks noGrp="1"/>
          </p:cNvSpPr>
          <p:nvPr>
            <p:ph type="title"/>
          </p:nvPr>
        </p:nvSpPr>
        <p:spPr>
          <a:xfrm>
            <a:off x="335275" y="595388"/>
            <a:ext cx="3115800" cy="510300"/>
          </a:xfrm>
          <a:prstGeom prst="rect">
            <a:avLst/>
          </a:prstGeom>
          <a:noFill/>
          <a:ln>
            <a:noFill/>
          </a:ln>
        </p:spPr>
        <p:txBody>
          <a:bodyPr spcFirstLastPara="1" wrap="square" lIns="0" tIns="45700" rIns="91425" bIns="45700" anchor="b" anchorCtr="0">
            <a:normAutofit fontScale="90000"/>
          </a:bodyPr>
          <a:lstStyle/>
          <a:p>
            <a:pPr marL="0" lvl="0" indent="0" algn="l" rtl="0">
              <a:lnSpc>
                <a:spcPct val="90000"/>
              </a:lnSpc>
              <a:spcBef>
                <a:spcPts val="0"/>
              </a:spcBef>
              <a:spcAft>
                <a:spcPts val="0"/>
              </a:spcAft>
              <a:buClr>
                <a:schemeClr val="accent1"/>
              </a:buClr>
              <a:buSzPct val="112000"/>
              <a:buFont typeface="Arial"/>
              <a:buNone/>
            </a:pPr>
            <a:r>
              <a:rPr lang="en-US" sz="2500"/>
              <a:t>MOTIVATION AND AIM </a:t>
            </a:r>
            <a:endParaRPr sz="2500"/>
          </a:p>
        </p:txBody>
      </p:sp>
      <p:sp>
        <p:nvSpPr>
          <p:cNvPr id="479" name="Google Shape;47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480" name="Google Shape;48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481" name="Google Shape;481;p33"/>
          <p:cNvSpPr txBox="1"/>
          <p:nvPr/>
        </p:nvSpPr>
        <p:spPr>
          <a:xfrm>
            <a:off x="7539789" y="0"/>
            <a:ext cx="2723147" cy="27271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482" name="Google Shape;482;p33"/>
          <p:cNvGrpSpPr/>
          <p:nvPr/>
        </p:nvGrpSpPr>
        <p:grpSpPr>
          <a:xfrm>
            <a:off x="10069672" y="14897"/>
            <a:ext cx="2326494" cy="1671280"/>
            <a:chOff x="10069672" y="14897"/>
            <a:chExt cx="2326494" cy="1671280"/>
          </a:xfrm>
        </p:grpSpPr>
        <p:pic>
          <p:nvPicPr>
            <p:cNvPr id="483" name="Google Shape;483;p33"/>
            <p:cNvPicPr preferRelativeResize="0"/>
            <p:nvPr/>
          </p:nvPicPr>
          <p:blipFill rotWithShape="1">
            <a:blip r:embed="rId3">
              <a:alphaModFix/>
            </a:blip>
            <a:srcRect/>
            <a:stretch/>
          </p:blipFill>
          <p:spPr>
            <a:xfrm>
              <a:off x="10069672" y="14897"/>
              <a:ext cx="786063" cy="786063"/>
            </a:xfrm>
            <a:prstGeom prst="rect">
              <a:avLst/>
            </a:prstGeom>
            <a:noFill/>
            <a:ln>
              <a:noFill/>
            </a:ln>
          </p:spPr>
        </p:pic>
        <p:pic>
          <p:nvPicPr>
            <p:cNvPr id="484" name="Google Shape;484;p33" descr="Central Institute of Technology Kokrajhar | Contact Us"/>
            <p:cNvPicPr preferRelativeResize="0"/>
            <p:nvPr/>
          </p:nvPicPr>
          <p:blipFill rotWithShape="1">
            <a:blip r:embed="rId4">
              <a:alphaModFix/>
            </a:blip>
            <a:srcRect/>
            <a:stretch/>
          </p:blipFill>
          <p:spPr>
            <a:xfrm>
              <a:off x="10069672" y="773886"/>
              <a:ext cx="912291" cy="912291"/>
            </a:xfrm>
            <a:prstGeom prst="rect">
              <a:avLst/>
            </a:prstGeom>
            <a:noFill/>
            <a:ln>
              <a:noFill/>
            </a:ln>
          </p:spPr>
        </p:pic>
        <p:pic>
          <p:nvPicPr>
            <p:cNvPr id="485" name="Google Shape;485;p33"/>
            <p:cNvPicPr preferRelativeResize="0"/>
            <p:nvPr/>
          </p:nvPicPr>
          <p:blipFill rotWithShape="1">
            <a:blip r:embed="rId5">
              <a:alphaModFix/>
            </a:blip>
            <a:srcRect/>
            <a:stretch/>
          </p:blipFill>
          <p:spPr>
            <a:xfrm>
              <a:off x="10784458" y="1232743"/>
              <a:ext cx="1111146" cy="306954"/>
            </a:xfrm>
            <a:prstGeom prst="rect">
              <a:avLst/>
            </a:prstGeom>
            <a:noFill/>
            <a:ln>
              <a:noFill/>
            </a:ln>
          </p:spPr>
        </p:pic>
        <p:pic>
          <p:nvPicPr>
            <p:cNvPr id="486" name="Google Shape;486;p33"/>
            <p:cNvPicPr preferRelativeResize="0"/>
            <p:nvPr/>
          </p:nvPicPr>
          <p:blipFill rotWithShape="1">
            <a:blip r:embed="rId6">
              <a:alphaModFix/>
            </a:blip>
            <a:srcRect/>
            <a:stretch/>
          </p:blipFill>
          <p:spPr>
            <a:xfrm>
              <a:off x="11253012" y="867518"/>
              <a:ext cx="515375" cy="434847"/>
            </a:xfrm>
            <a:prstGeom prst="rect">
              <a:avLst/>
            </a:prstGeom>
            <a:noFill/>
            <a:ln>
              <a:noFill/>
            </a:ln>
          </p:spPr>
        </p:pic>
        <p:sp>
          <p:nvSpPr>
            <p:cNvPr id="487" name="Google Shape;487;p33"/>
            <p:cNvSpPr txBox="1"/>
            <p:nvPr/>
          </p:nvSpPr>
          <p:spPr>
            <a:xfrm>
              <a:off x="10625232" y="83534"/>
              <a:ext cx="1770934" cy="44204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sp>
        <p:nvSpPr>
          <p:cNvPr id="488" name="Google Shape;488;p33"/>
          <p:cNvSpPr txBox="1"/>
          <p:nvPr/>
        </p:nvSpPr>
        <p:spPr>
          <a:xfrm>
            <a:off x="4038600" y="1879875"/>
            <a:ext cx="7889100" cy="426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1800" b="1"/>
              <a:t>Motivation</a:t>
            </a:r>
            <a:endParaRPr sz="1800" b="1"/>
          </a:p>
          <a:p>
            <a:pPr marL="457200" lvl="0" indent="-342900" algn="l" rtl="0">
              <a:lnSpc>
                <a:spcPct val="115000"/>
              </a:lnSpc>
              <a:spcBef>
                <a:spcPts val="1200"/>
              </a:spcBef>
              <a:spcAft>
                <a:spcPts val="0"/>
              </a:spcAft>
              <a:buSzPts val="1800"/>
              <a:buChar char="●"/>
            </a:pPr>
            <a:r>
              <a:rPr lang="en-US" sz="1800"/>
              <a:t>Overcoming CNN limitations in real-world applications (e.g., resource-constrained environments).</a:t>
            </a:r>
            <a:endParaRPr sz="1800"/>
          </a:p>
          <a:p>
            <a:pPr marL="457200" lvl="0" indent="-342900" algn="l" rtl="0">
              <a:lnSpc>
                <a:spcPct val="115000"/>
              </a:lnSpc>
              <a:spcBef>
                <a:spcPts val="0"/>
              </a:spcBef>
              <a:spcAft>
                <a:spcPts val="0"/>
              </a:spcAft>
              <a:buSzPts val="1800"/>
              <a:buChar char="●"/>
            </a:pPr>
            <a:r>
              <a:rPr lang="en-US" sz="1800"/>
              <a:t>Potential for QCNN to address AI challenges like small data availability and computational efficiency.</a:t>
            </a:r>
            <a:endParaRPr sz="1800"/>
          </a:p>
          <a:p>
            <a:pPr marL="0" lvl="0" indent="0" algn="l" rtl="0">
              <a:lnSpc>
                <a:spcPct val="115000"/>
              </a:lnSpc>
              <a:spcBef>
                <a:spcPts val="1200"/>
              </a:spcBef>
              <a:spcAft>
                <a:spcPts val="0"/>
              </a:spcAft>
              <a:buNone/>
            </a:pPr>
            <a:r>
              <a:rPr lang="en-US" sz="1800" b="1"/>
              <a:t>Aim</a:t>
            </a:r>
            <a:endParaRPr sz="1800" b="1"/>
          </a:p>
          <a:p>
            <a:pPr marL="457200" lvl="0" indent="-342900" algn="l" rtl="0">
              <a:lnSpc>
                <a:spcPct val="115000"/>
              </a:lnSpc>
              <a:spcBef>
                <a:spcPts val="1200"/>
              </a:spcBef>
              <a:spcAft>
                <a:spcPts val="0"/>
              </a:spcAft>
              <a:buSzPts val="1800"/>
              <a:buChar char="●"/>
            </a:pPr>
            <a:r>
              <a:rPr lang="en-US" sz="1800"/>
              <a:t>To evaluate simulated QCNN’s performance on datasets with differing image resolutions and class complexities.</a:t>
            </a:r>
            <a:endParaRPr sz="1800"/>
          </a:p>
          <a:p>
            <a:pPr marL="457200" lvl="0" indent="-342900" algn="l" rtl="0">
              <a:lnSpc>
                <a:spcPct val="115000"/>
              </a:lnSpc>
              <a:spcBef>
                <a:spcPts val="0"/>
              </a:spcBef>
              <a:spcAft>
                <a:spcPts val="0"/>
              </a:spcAft>
              <a:buSzPts val="1800"/>
              <a:buChar char="●"/>
            </a:pPr>
            <a:r>
              <a:rPr lang="en-US" sz="1800"/>
              <a:t>Compare simulated QCNN’s effectiveness to CNN in terms of accuracy and scalability.</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2"/>
        <p:cNvGrpSpPr/>
        <p:nvPr/>
      </p:nvGrpSpPr>
      <p:grpSpPr>
        <a:xfrm>
          <a:off x="0" y="0"/>
          <a:ext cx="0" cy="0"/>
          <a:chOff x="0" y="0"/>
          <a:chExt cx="0" cy="0"/>
        </a:xfrm>
      </p:grpSpPr>
      <p:sp>
        <p:nvSpPr>
          <p:cNvPr id="493" name="Google Shape;493;p34"/>
          <p:cNvSpPr txBox="1">
            <a:spLocks noGrp="1"/>
          </p:cNvSpPr>
          <p:nvPr>
            <p:ph type="title"/>
          </p:nvPr>
        </p:nvSpPr>
        <p:spPr>
          <a:xfrm>
            <a:off x="2695200" y="643913"/>
            <a:ext cx="6801600" cy="8127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METHODOLOGY</a:t>
            </a:r>
            <a:endParaRPr sz="2600"/>
          </a:p>
          <a:p>
            <a:pPr marL="0" lvl="0" indent="0" algn="ctr" rtl="0">
              <a:lnSpc>
                <a:spcPct val="90000"/>
              </a:lnSpc>
              <a:spcBef>
                <a:spcPts val="0"/>
              </a:spcBef>
              <a:spcAft>
                <a:spcPts val="0"/>
              </a:spcAft>
              <a:buClr>
                <a:schemeClr val="accent1"/>
              </a:buClr>
              <a:buSzPts val="2800"/>
              <a:buFont typeface="Arial"/>
              <a:buNone/>
            </a:pPr>
            <a:r>
              <a:rPr lang="en-US" sz="2600"/>
              <a:t>(DATASETS USED)</a:t>
            </a:r>
            <a:endParaRPr sz="2600"/>
          </a:p>
        </p:txBody>
      </p:sp>
      <p:sp>
        <p:nvSpPr>
          <p:cNvPr id="494" name="Google Shape;494;p3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495" name="Google Shape;495;p34"/>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496" name="Google Shape;496;p34"/>
          <p:cNvGrpSpPr/>
          <p:nvPr/>
        </p:nvGrpSpPr>
        <p:grpSpPr>
          <a:xfrm>
            <a:off x="23723" y="34470"/>
            <a:ext cx="2326460" cy="1671283"/>
            <a:chOff x="23723" y="34470"/>
            <a:chExt cx="2326460" cy="1671283"/>
          </a:xfrm>
        </p:grpSpPr>
        <p:pic>
          <p:nvPicPr>
            <p:cNvPr id="497" name="Google Shape;497;p34"/>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498" name="Google Shape;498;p34"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499" name="Google Shape;499;p34"/>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500" name="Google Shape;500;p34"/>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501" name="Google Shape;501;p34"/>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pic>
        <p:nvPicPr>
          <p:cNvPr id="502" name="Google Shape;502;p34"/>
          <p:cNvPicPr preferRelativeResize="0"/>
          <p:nvPr/>
        </p:nvPicPr>
        <p:blipFill>
          <a:blip r:embed="rId7">
            <a:alphaModFix/>
          </a:blip>
          <a:stretch>
            <a:fillRect/>
          </a:stretch>
        </p:blipFill>
        <p:spPr>
          <a:xfrm>
            <a:off x="443100" y="4227425"/>
            <a:ext cx="1986950" cy="1986950"/>
          </a:xfrm>
          <a:prstGeom prst="rect">
            <a:avLst/>
          </a:prstGeom>
          <a:noFill/>
          <a:ln>
            <a:noFill/>
          </a:ln>
        </p:spPr>
      </p:pic>
      <p:pic>
        <p:nvPicPr>
          <p:cNvPr id="503" name="Google Shape;503;p34"/>
          <p:cNvPicPr preferRelativeResize="0"/>
          <p:nvPr/>
        </p:nvPicPr>
        <p:blipFill rotWithShape="1">
          <a:blip r:embed="rId8">
            <a:alphaModFix/>
          </a:blip>
          <a:srcRect l="23514" t="11473" r="21301" b="9829"/>
          <a:stretch/>
        </p:blipFill>
        <p:spPr>
          <a:xfrm>
            <a:off x="443100" y="1827800"/>
            <a:ext cx="1986950" cy="1983600"/>
          </a:xfrm>
          <a:prstGeom prst="rect">
            <a:avLst/>
          </a:prstGeom>
          <a:noFill/>
          <a:ln>
            <a:noFill/>
          </a:ln>
        </p:spPr>
      </p:pic>
      <p:pic>
        <p:nvPicPr>
          <p:cNvPr id="504" name="Google Shape;504;p34"/>
          <p:cNvPicPr preferRelativeResize="0"/>
          <p:nvPr/>
        </p:nvPicPr>
        <p:blipFill rotWithShape="1">
          <a:blip r:embed="rId9">
            <a:alphaModFix/>
          </a:blip>
          <a:srcRect/>
          <a:stretch/>
        </p:blipFill>
        <p:spPr>
          <a:xfrm>
            <a:off x="5802600" y="1827800"/>
            <a:ext cx="5011200" cy="1983600"/>
          </a:xfrm>
          <a:prstGeom prst="rect">
            <a:avLst/>
          </a:prstGeom>
          <a:noFill/>
          <a:ln>
            <a:noFill/>
          </a:ln>
        </p:spPr>
      </p:pic>
      <p:pic>
        <p:nvPicPr>
          <p:cNvPr id="505" name="Google Shape;505;p34"/>
          <p:cNvPicPr preferRelativeResize="0"/>
          <p:nvPr/>
        </p:nvPicPr>
        <p:blipFill rotWithShape="1">
          <a:blip r:embed="rId10">
            <a:alphaModFix/>
          </a:blip>
          <a:srcRect/>
          <a:stretch/>
        </p:blipFill>
        <p:spPr>
          <a:xfrm>
            <a:off x="5802600" y="4229100"/>
            <a:ext cx="5011200" cy="1983600"/>
          </a:xfrm>
          <a:prstGeom prst="rect">
            <a:avLst/>
          </a:prstGeom>
          <a:noFill/>
          <a:ln>
            <a:noFill/>
          </a:ln>
        </p:spPr>
      </p:pic>
      <p:sp>
        <p:nvSpPr>
          <p:cNvPr id="506" name="Google Shape;506;p34"/>
          <p:cNvSpPr txBox="1"/>
          <p:nvPr/>
        </p:nvSpPr>
        <p:spPr>
          <a:xfrm>
            <a:off x="443125" y="3811400"/>
            <a:ext cx="1986900" cy="2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000">
                <a:solidFill>
                  <a:srgbClr val="161616"/>
                </a:solidFill>
              </a:rPr>
              <a:t>(a) scikit-learn digits dataset</a:t>
            </a:r>
            <a:endParaRPr sz="1000">
              <a:solidFill>
                <a:srgbClr val="161616"/>
              </a:solidFill>
            </a:endParaRPr>
          </a:p>
        </p:txBody>
      </p:sp>
      <p:sp>
        <p:nvSpPr>
          <p:cNvPr id="507" name="Google Shape;507;p34"/>
          <p:cNvSpPr txBox="1"/>
          <p:nvPr/>
        </p:nvSpPr>
        <p:spPr>
          <a:xfrm>
            <a:off x="824275" y="6214375"/>
            <a:ext cx="1224600" cy="2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000"/>
              <a:t>(b) MNIST dataset </a:t>
            </a:r>
            <a:endParaRPr sz="1000"/>
          </a:p>
        </p:txBody>
      </p:sp>
      <p:sp>
        <p:nvSpPr>
          <p:cNvPr id="508" name="Google Shape;508;p34"/>
          <p:cNvSpPr txBox="1"/>
          <p:nvPr/>
        </p:nvSpPr>
        <p:spPr>
          <a:xfrm>
            <a:off x="7314750" y="3812750"/>
            <a:ext cx="1986900" cy="2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000">
                <a:solidFill>
                  <a:srgbClr val="161616"/>
                </a:solidFill>
              </a:rPr>
              <a:t>(c) CIFAR-10 Dataset (Colored)</a:t>
            </a:r>
            <a:endParaRPr sz="1000">
              <a:solidFill>
                <a:srgbClr val="161616"/>
              </a:solidFill>
            </a:endParaRPr>
          </a:p>
        </p:txBody>
      </p:sp>
      <p:sp>
        <p:nvSpPr>
          <p:cNvPr id="509" name="Google Shape;509;p34"/>
          <p:cNvSpPr txBox="1"/>
          <p:nvPr/>
        </p:nvSpPr>
        <p:spPr>
          <a:xfrm>
            <a:off x="7314750" y="6214375"/>
            <a:ext cx="2275500" cy="2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000">
                <a:solidFill>
                  <a:srgbClr val="161616"/>
                </a:solidFill>
              </a:rPr>
              <a:t>(c) CIFAR-10 Dataset (Grayscaled)</a:t>
            </a:r>
            <a:endParaRPr sz="1000">
              <a:solidFill>
                <a:srgbClr val="16161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3"/>
        <p:cNvGrpSpPr/>
        <p:nvPr/>
      </p:nvGrpSpPr>
      <p:grpSpPr>
        <a:xfrm>
          <a:off x="0" y="0"/>
          <a:ext cx="0" cy="0"/>
          <a:chOff x="0" y="0"/>
          <a:chExt cx="0" cy="0"/>
        </a:xfrm>
      </p:grpSpPr>
      <p:sp>
        <p:nvSpPr>
          <p:cNvPr id="514" name="Google Shape;514;p35"/>
          <p:cNvSpPr txBox="1">
            <a:spLocks noGrp="1"/>
          </p:cNvSpPr>
          <p:nvPr>
            <p:ph type="body" idx="1"/>
          </p:nvPr>
        </p:nvSpPr>
        <p:spPr>
          <a:xfrm>
            <a:off x="49650" y="3128400"/>
            <a:ext cx="5691900" cy="601200"/>
          </a:xfrm>
          <a:prstGeom prst="rect">
            <a:avLst/>
          </a:prstGeom>
          <a:noFill/>
          <a:ln>
            <a:noFill/>
          </a:ln>
        </p:spPr>
        <p:txBody>
          <a:bodyPr spcFirstLastPara="1" wrap="square" lIns="91425" tIns="45700" rIns="91425" bIns="45700" anchor="t" anchorCtr="0">
            <a:normAutofit/>
          </a:bodyPr>
          <a:lstStyle/>
          <a:p>
            <a:pPr marL="457200" lvl="0" indent="-323850" algn="l" rtl="0">
              <a:lnSpc>
                <a:spcPct val="115000"/>
              </a:lnSpc>
              <a:spcBef>
                <a:spcPts val="1200"/>
              </a:spcBef>
              <a:spcAft>
                <a:spcPts val="0"/>
              </a:spcAft>
              <a:buClr>
                <a:srgbClr val="000000"/>
              </a:buClr>
              <a:buSzPts val="1500"/>
              <a:buChar char="●"/>
            </a:pPr>
            <a:r>
              <a:rPr lang="en-US" sz="1500">
                <a:solidFill>
                  <a:srgbClr val="000000"/>
                </a:solidFill>
              </a:rPr>
              <a:t>Images resized to 8×8 pixels using average pooling.</a:t>
            </a:r>
            <a:endParaRPr sz="1700">
              <a:solidFill>
                <a:schemeClr val="dk1"/>
              </a:solidFill>
            </a:endParaRPr>
          </a:p>
        </p:txBody>
      </p:sp>
      <p:sp>
        <p:nvSpPr>
          <p:cNvPr id="515" name="Google Shape;515;p35"/>
          <p:cNvSpPr txBox="1">
            <a:spLocks noGrp="1"/>
          </p:cNvSpPr>
          <p:nvPr>
            <p:ph type="sldNum" idx="12"/>
          </p:nvPr>
        </p:nvSpPr>
        <p:spPr>
          <a:xfrm>
            <a:off x="10477500" y="6356350"/>
            <a:ext cx="8763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516" name="Google Shape;516;p35"/>
          <p:cNvSpPr txBox="1">
            <a:spLocks noGrp="1"/>
          </p:cNvSpPr>
          <p:nvPr>
            <p:ph type="title"/>
          </p:nvPr>
        </p:nvSpPr>
        <p:spPr>
          <a:xfrm>
            <a:off x="1034142" y="670094"/>
            <a:ext cx="10134601" cy="924808"/>
          </a:xfrm>
          <a:prstGeom prst="rect">
            <a:avLst/>
          </a:prstGeom>
          <a:noFill/>
          <a:ln>
            <a:noFill/>
          </a:ln>
        </p:spPr>
        <p:txBody>
          <a:bodyPr spcFirstLastPara="1" wrap="square" lIns="0" tIns="45700" rIns="91425" bIns="45700" anchor="ctr" anchorCtr="0">
            <a:normAutofit/>
          </a:bodyPr>
          <a:lstStyle/>
          <a:p>
            <a:pPr marL="0" lvl="0" indent="0" algn="ctr" rtl="0">
              <a:lnSpc>
                <a:spcPct val="90000"/>
              </a:lnSpc>
              <a:spcBef>
                <a:spcPts val="0"/>
              </a:spcBef>
              <a:spcAft>
                <a:spcPts val="0"/>
              </a:spcAft>
              <a:buClr>
                <a:schemeClr val="accent1"/>
              </a:buClr>
              <a:buSzPts val="2800"/>
              <a:buFont typeface="Arial"/>
              <a:buNone/>
            </a:pPr>
            <a:r>
              <a:rPr lang="en-US"/>
              <a:t>METHODOLOGY</a:t>
            </a:r>
            <a:endParaRPr/>
          </a:p>
          <a:p>
            <a:pPr marL="0" lvl="0" indent="0" algn="ctr" rtl="0">
              <a:lnSpc>
                <a:spcPct val="90000"/>
              </a:lnSpc>
              <a:spcBef>
                <a:spcPts val="0"/>
              </a:spcBef>
              <a:spcAft>
                <a:spcPts val="0"/>
              </a:spcAft>
              <a:buClr>
                <a:schemeClr val="accent1"/>
              </a:buClr>
              <a:buSzPts val="2800"/>
              <a:buFont typeface="Arial"/>
              <a:buNone/>
            </a:pPr>
            <a:r>
              <a:rPr lang="en-US"/>
              <a:t>(PREPROCESSING)</a:t>
            </a:r>
            <a:endParaRPr/>
          </a:p>
        </p:txBody>
      </p:sp>
      <p:sp>
        <p:nvSpPr>
          <p:cNvPr id="517" name="Google Shape;517;p35"/>
          <p:cNvSpPr txBox="1">
            <a:spLocks noGrp="1"/>
          </p:cNvSpPr>
          <p:nvPr>
            <p:ph type="body" idx="4"/>
          </p:nvPr>
        </p:nvSpPr>
        <p:spPr>
          <a:xfrm>
            <a:off x="7239003" y="2413000"/>
            <a:ext cx="4114797" cy="49371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a:t>GRAYSCALING</a:t>
            </a:r>
            <a:endParaRPr/>
          </a:p>
        </p:txBody>
      </p:sp>
      <p:sp>
        <p:nvSpPr>
          <p:cNvPr id="518" name="Google Shape;518;p35"/>
          <p:cNvSpPr txBox="1"/>
          <p:nvPr/>
        </p:nvSpPr>
        <p:spPr>
          <a:xfrm>
            <a:off x="7539789" y="0"/>
            <a:ext cx="2723147" cy="27271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a:solidFill>
                <a:schemeClr val="dk1"/>
              </a:solidFill>
              <a:latin typeface="Arial"/>
              <a:ea typeface="Arial"/>
              <a:cs typeface="Arial"/>
              <a:sym typeface="Arial"/>
            </a:endParaRPr>
          </a:p>
        </p:txBody>
      </p:sp>
      <p:grpSp>
        <p:nvGrpSpPr>
          <p:cNvPr id="519" name="Google Shape;519;p35"/>
          <p:cNvGrpSpPr/>
          <p:nvPr/>
        </p:nvGrpSpPr>
        <p:grpSpPr>
          <a:xfrm>
            <a:off x="10069672" y="14897"/>
            <a:ext cx="2326494" cy="1671280"/>
            <a:chOff x="10069672" y="14897"/>
            <a:chExt cx="2326494" cy="1671280"/>
          </a:xfrm>
        </p:grpSpPr>
        <p:pic>
          <p:nvPicPr>
            <p:cNvPr id="520" name="Google Shape;520;p35"/>
            <p:cNvPicPr preferRelativeResize="0"/>
            <p:nvPr/>
          </p:nvPicPr>
          <p:blipFill rotWithShape="1">
            <a:blip r:embed="rId3">
              <a:alphaModFix/>
            </a:blip>
            <a:srcRect/>
            <a:stretch/>
          </p:blipFill>
          <p:spPr>
            <a:xfrm>
              <a:off x="10069672" y="14897"/>
              <a:ext cx="786063" cy="786063"/>
            </a:xfrm>
            <a:prstGeom prst="rect">
              <a:avLst/>
            </a:prstGeom>
            <a:noFill/>
            <a:ln>
              <a:noFill/>
            </a:ln>
          </p:spPr>
        </p:pic>
        <p:pic>
          <p:nvPicPr>
            <p:cNvPr id="521" name="Google Shape;521;p35" descr="Central Institute of Technology Kokrajhar | Contact Us"/>
            <p:cNvPicPr preferRelativeResize="0"/>
            <p:nvPr/>
          </p:nvPicPr>
          <p:blipFill rotWithShape="1">
            <a:blip r:embed="rId4">
              <a:alphaModFix/>
            </a:blip>
            <a:srcRect/>
            <a:stretch/>
          </p:blipFill>
          <p:spPr>
            <a:xfrm>
              <a:off x="10069672" y="773886"/>
              <a:ext cx="912291" cy="912291"/>
            </a:xfrm>
            <a:prstGeom prst="rect">
              <a:avLst/>
            </a:prstGeom>
            <a:noFill/>
            <a:ln>
              <a:noFill/>
            </a:ln>
          </p:spPr>
        </p:pic>
        <p:pic>
          <p:nvPicPr>
            <p:cNvPr id="522" name="Google Shape;522;p35"/>
            <p:cNvPicPr preferRelativeResize="0"/>
            <p:nvPr/>
          </p:nvPicPr>
          <p:blipFill rotWithShape="1">
            <a:blip r:embed="rId5">
              <a:alphaModFix/>
            </a:blip>
            <a:srcRect/>
            <a:stretch/>
          </p:blipFill>
          <p:spPr>
            <a:xfrm>
              <a:off x="10784458" y="1232743"/>
              <a:ext cx="1111146" cy="306954"/>
            </a:xfrm>
            <a:prstGeom prst="rect">
              <a:avLst/>
            </a:prstGeom>
            <a:noFill/>
            <a:ln>
              <a:noFill/>
            </a:ln>
          </p:spPr>
        </p:pic>
        <p:pic>
          <p:nvPicPr>
            <p:cNvPr id="523" name="Google Shape;523;p35"/>
            <p:cNvPicPr preferRelativeResize="0"/>
            <p:nvPr/>
          </p:nvPicPr>
          <p:blipFill rotWithShape="1">
            <a:blip r:embed="rId6">
              <a:alphaModFix/>
            </a:blip>
            <a:srcRect/>
            <a:stretch/>
          </p:blipFill>
          <p:spPr>
            <a:xfrm>
              <a:off x="11253012" y="867518"/>
              <a:ext cx="515375" cy="434847"/>
            </a:xfrm>
            <a:prstGeom prst="rect">
              <a:avLst/>
            </a:prstGeom>
            <a:noFill/>
            <a:ln>
              <a:noFill/>
            </a:ln>
          </p:spPr>
        </p:pic>
        <p:sp>
          <p:nvSpPr>
            <p:cNvPr id="524" name="Google Shape;524;p35"/>
            <p:cNvSpPr txBox="1"/>
            <p:nvPr/>
          </p:nvSpPr>
          <p:spPr>
            <a:xfrm>
              <a:off x="10625232" y="83534"/>
              <a:ext cx="1770934" cy="44204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a:solidFill>
                    <a:schemeClr val="dk1"/>
                  </a:solidFill>
                  <a:latin typeface="Arial"/>
                  <a:ea typeface="Arial"/>
                  <a:cs typeface="Arial"/>
                  <a:sym typeface="Arial"/>
                </a:rPr>
                <a:t>2</a:t>
              </a:r>
              <a:r>
                <a:rPr lang="en-US" sz="1050" baseline="30000">
                  <a:solidFill>
                    <a:schemeClr val="dk1"/>
                  </a:solidFill>
                  <a:latin typeface="Arial"/>
                  <a:ea typeface="Arial"/>
                  <a:cs typeface="Arial"/>
                  <a:sym typeface="Arial"/>
                </a:rPr>
                <a:t>nd</a:t>
              </a:r>
              <a:r>
                <a:rPr lang="en-US" sz="1050">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a:solidFill>
                    <a:schemeClr val="dk1"/>
                  </a:solidFill>
                  <a:latin typeface="Arial"/>
                  <a:ea typeface="Arial"/>
                  <a:cs typeface="Arial"/>
                  <a:sym typeface="Arial"/>
                </a:rPr>
                <a:t>CIT Kokrajhar, Assam</a:t>
              </a:r>
              <a:endParaRPr sz="200">
                <a:solidFill>
                  <a:schemeClr val="dk1"/>
                </a:solidFill>
                <a:latin typeface="Arial"/>
                <a:ea typeface="Arial"/>
                <a:cs typeface="Arial"/>
                <a:sym typeface="Arial"/>
              </a:endParaRPr>
            </a:p>
          </p:txBody>
        </p:sp>
      </p:grpSp>
      <p:sp>
        <p:nvSpPr>
          <p:cNvPr id="525" name="Google Shape;525;p35"/>
          <p:cNvSpPr txBox="1">
            <a:spLocks noGrp="1"/>
          </p:cNvSpPr>
          <p:nvPr>
            <p:ph type="body" idx="4"/>
          </p:nvPr>
        </p:nvSpPr>
        <p:spPr>
          <a:xfrm>
            <a:off x="838203" y="2412950"/>
            <a:ext cx="4114800" cy="493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a:t>DOWNSIZING </a:t>
            </a:r>
            <a:endParaRPr/>
          </a:p>
        </p:txBody>
      </p:sp>
      <p:sp>
        <p:nvSpPr>
          <p:cNvPr id="526" name="Google Shape;526;p35"/>
          <p:cNvSpPr txBox="1">
            <a:spLocks noGrp="1"/>
          </p:cNvSpPr>
          <p:nvPr>
            <p:ph type="body" idx="1"/>
          </p:nvPr>
        </p:nvSpPr>
        <p:spPr>
          <a:xfrm>
            <a:off x="6241975" y="3128400"/>
            <a:ext cx="5691900" cy="601200"/>
          </a:xfrm>
          <a:prstGeom prst="rect">
            <a:avLst/>
          </a:prstGeom>
          <a:noFill/>
          <a:ln>
            <a:noFill/>
          </a:ln>
        </p:spPr>
        <p:txBody>
          <a:bodyPr spcFirstLastPara="1" wrap="square" lIns="91425" tIns="45700" rIns="91425" bIns="45700" anchor="t" anchorCtr="0">
            <a:normAutofit/>
          </a:bodyPr>
          <a:lstStyle/>
          <a:p>
            <a:pPr marL="457200" lvl="0" indent="-323850" algn="l" rtl="0">
              <a:lnSpc>
                <a:spcPct val="115000"/>
              </a:lnSpc>
              <a:spcBef>
                <a:spcPts val="1200"/>
              </a:spcBef>
              <a:spcAft>
                <a:spcPts val="0"/>
              </a:spcAft>
              <a:buClr>
                <a:srgbClr val="000000"/>
              </a:buClr>
              <a:buSzPts val="1500"/>
              <a:buChar char="●"/>
            </a:pPr>
            <a:r>
              <a:rPr lang="en-US" sz="1500">
                <a:solidFill>
                  <a:srgbClr val="000000"/>
                </a:solidFill>
              </a:rPr>
              <a:t>CIFAR-10 color images converted to grayscale.</a:t>
            </a:r>
            <a:endParaRPr sz="1500">
              <a:solidFill>
                <a:schemeClr val="dk1"/>
              </a:solidFill>
            </a:endParaRPr>
          </a:p>
        </p:txBody>
      </p:sp>
      <p:pic>
        <p:nvPicPr>
          <p:cNvPr id="527" name="Google Shape;527;p35"/>
          <p:cNvPicPr preferRelativeResize="0"/>
          <p:nvPr/>
        </p:nvPicPr>
        <p:blipFill>
          <a:blip r:embed="rId7">
            <a:alphaModFix/>
          </a:blip>
          <a:stretch>
            <a:fillRect/>
          </a:stretch>
        </p:blipFill>
        <p:spPr>
          <a:xfrm>
            <a:off x="178700" y="3679825"/>
            <a:ext cx="5691900" cy="2563179"/>
          </a:xfrm>
          <a:prstGeom prst="rect">
            <a:avLst/>
          </a:prstGeom>
          <a:noFill/>
          <a:ln>
            <a:noFill/>
          </a:ln>
        </p:spPr>
      </p:pic>
      <p:sp>
        <p:nvSpPr>
          <p:cNvPr id="528" name="Google Shape;528;p35"/>
          <p:cNvSpPr txBox="1"/>
          <p:nvPr/>
        </p:nvSpPr>
        <p:spPr>
          <a:xfrm>
            <a:off x="178700" y="6243425"/>
            <a:ext cx="3811800" cy="44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800"/>
              <a:t>Source: Dominguez-Morales, Juan Pedro. (2018). Neuromorphic audio processing through real-time embedded spiking neural networks. </a:t>
            </a:r>
            <a:endParaRPr sz="800"/>
          </a:p>
        </p:txBody>
      </p:sp>
      <p:pic>
        <p:nvPicPr>
          <p:cNvPr id="529" name="Google Shape;529;p35"/>
          <p:cNvPicPr preferRelativeResize="0"/>
          <p:nvPr/>
        </p:nvPicPr>
        <p:blipFill>
          <a:blip r:embed="rId8">
            <a:alphaModFix/>
          </a:blip>
          <a:stretch>
            <a:fillRect/>
          </a:stretch>
        </p:blipFill>
        <p:spPr>
          <a:xfrm>
            <a:off x="7235312" y="3633525"/>
            <a:ext cx="3332093" cy="2563175"/>
          </a:xfrm>
          <a:prstGeom prst="rect">
            <a:avLst/>
          </a:prstGeom>
          <a:noFill/>
          <a:ln>
            <a:noFill/>
          </a:ln>
        </p:spPr>
      </p:pic>
      <p:sp>
        <p:nvSpPr>
          <p:cNvPr id="530" name="Google Shape;530;p35"/>
          <p:cNvSpPr txBox="1"/>
          <p:nvPr/>
        </p:nvSpPr>
        <p:spPr>
          <a:xfrm>
            <a:off x="7235300" y="6243425"/>
            <a:ext cx="3000000" cy="44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800"/>
              <a:t>Source: Medium Article - Convert a Color Image to GrayScale in Python</a:t>
            </a:r>
            <a:endParaRPr sz="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p36"/>
          <p:cNvPicPr preferRelativeResize="0">
            <a:picLocks noGrp="1"/>
          </p:cNvPicPr>
          <p:nvPr>
            <p:ph type="pic" idx="2"/>
          </p:nvPr>
        </p:nvPicPr>
        <p:blipFill rotWithShape="1">
          <a:blip r:embed="rId3">
            <a:alphaModFix/>
          </a:blip>
          <a:srcRect/>
          <a:stretch/>
        </p:blipFill>
        <p:spPr>
          <a:xfrm>
            <a:off x="0" y="0"/>
            <a:ext cx="12192000" cy="6858000"/>
          </a:xfrm>
          <a:prstGeom prst="rect">
            <a:avLst/>
          </a:prstGeom>
          <a:noFill/>
          <a:ln>
            <a:noFill/>
          </a:ln>
        </p:spPr>
      </p:pic>
      <p:sp>
        <p:nvSpPr>
          <p:cNvPr id="536" name="Google Shape;536;p36"/>
          <p:cNvSpPr txBox="1">
            <a:spLocks noGrp="1"/>
          </p:cNvSpPr>
          <p:nvPr>
            <p:ph type="title"/>
          </p:nvPr>
        </p:nvSpPr>
        <p:spPr>
          <a:xfrm>
            <a:off x="2199774" y="5203253"/>
            <a:ext cx="7792451" cy="99250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800"/>
              <a:buFont typeface="Arial"/>
              <a:buNone/>
            </a:pPr>
            <a:r>
              <a:rPr lang="en-US"/>
              <a:t>EXPERIMENTAL RESULTS </a:t>
            </a:r>
            <a:endParaRPr/>
          </a:p>
        </p:txBody>
      </p:sp>
      <p:sp>
        <p:nvSpPr>
          <p:cNvPr id="537" name="Google Shape;537;p36"/>
          <p:cNvSpPr txBox="1"/>
          <p:nvPr/>
        </p:nvSpPr>
        <p:spPr>
          <a:xfrm>
            <a:off x="7539789" y="0"/>
            <a:ext cx="2723147" cy="27271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a:solidFill>
                <a:schemeClr val="dk1"/>
              </a:solidFill>
              <a:latin typeface="Arial"/>
              <a:ea typeface="Arial"/>
              <a:cs typeface="Arial"/>
              <a:sym typeface="Arial"/>
            </a:endParaRPr>
          </a:p>
        </p:txBody>
      </p:sp>
      <p:sp>
        <p:nvSpPr>
          <p:cNvPr id="538" name="Google Shape;538;p36"/>
          <p:cNvSpPr txBox="1"/>
          <p:nvPr/>
        </p:nvSpPr>
        <p:spPr>
          <a:xfrm>
            <a:off x="4734425" y="6254163"/>
            <a:ext cx="2723147" cy="27271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rgbClr val="8E8E8E"/>
                </a:solidFill>
              </a:rPr>
              <a:t>Ashmit Sharma (SGSITS, Indore)</a:t>
            </a:r>
            <a:endParaRPr/>
          </a:p>
        </p:txBody>
      </p:sp>
      <p:sp>
        <p:nvSpPr>
          <p:cNvPr id="539" name="Google Shape;539;p36"/>
          <p:cNvSpPr txBox="1">
            <a:spLocks noGrp="1"/>
          </p:cNvSpPr>
          <p:nvPr>
            <p:ph type="body" idx="3"/>
          </p:nvPr>
        </p:nvSpPr>
        <p:spPr>
          <a:xfrm>
            <a:off x="813110" y="1774354"/>
            <a:ext cx="844265" cy="376763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6600"/>
              <a:buNone/>
            </a:pPr>
            <a:r>
              <a:rPr lang="en-US" sz="6600"/>
              <a:t>2024</a:t>
            </a:r>
            <a:endParaRPr sz="6600"/>
          </a:p>
        </p:txBody>
      </p:sp>
      <p:sp>
        <p:nvSpPr>
          <p:cNvPr id="540" name="Google Shape;540;p36"/>
          <p:cNvSpPr txBox="1">
            <a:spLocks noGrp="1"/>
          </p:cNvSpPr>
          <p:nvPr>
            <p:ph type="body" idx="3"/>
          </p:nvPr>
        </p:nvSpPr>
        <p:spPr>
          <a:xfrm>
            <a:off x="1" y="1136013"/>
            <a:ext cx="2470484" cy="97707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800"/>
              <a:buNone/>
            </a:pPr>
            <a:r>
              <a:rPr lang="en-US" sz="4800"/>
              <a:t>ICTCon</a:t>
            </a:r>
            <a:endParaRPr sz="6600"/>
          </a:p>
        </p:txBody>
      </p:sp>
      <p:grpSp>
        <p:nvGrpSpPr>
          <p:cNvPr id="541" name="Google Shape;541;p36"/>
          <p:cNvGrpSpPr/>
          <p:nvPr/>
        </p:nvGrpSpPr>
        <p:grpSpPr>
          <a:xfrm>
            <a:off x="10069672" y="14897"/>
            <a:ext cx="2326494" cy="1671280"/>
            <a:chOff x="10069672" y="14897"/>
            <a:chExt cx="2326494" cy="1671280"/>
          </a:xfrm>
        </p:grpSpPr>
        <p:pic>
          <p:nvPicPr>
            <p:cNvPr id="542" name="Google Shape;542;p36"/>
            <p:cNvPicPr preferRelativeResize="0"/>
            <p:nvPr/>
          </p:nvPicPr>
          <p:blipFill rotWithShape="1">
            <a:blip r:embed="rId4">
              <a:alphaModFix/>
            </a:blip>
            <a:srcRect/>
            <a:stretch/>
          </p:blipFill>
          <p:spPr>
            <a:xfrm>
              <a:off x="10069672" y="14897"/>
              <a:ext cx="786063" cy="786063"/>
            </a:xfrm>
            <a:prstGeom prst="rect">
              <a:avLst/>
            </a:prstGeom>
            <a:noFill/>
            <a:ln>
              <a:noFill/>
            </a:ln>
          </p:spPr>
        </p:pic>
        <p:pic>
          <p:nvPicPr>
            <p:cNvPr id="543" name="Google Shape;543;p36" descr="Central Institute of Technology Kokrajhar | Contact Us"/>
            <p:cNvPicPr preferRelativeResize="0"/>
            <p:nvPr/>
          </p:nvPicPr>
          <p:blipFill rotWithShape="1">
            <a:blip r:embed="rId5">
              <a:alphaModFix/>
            </a:blip>
            <a:srcRect/>
            <a:stretch/>
          </p:blipFill>
          <p:spPr>
            <a:xfrm>
              <a:off x="10069672" y="773886"/>
              <a:ext cx="912291" cy="912291"/>
            </a:xfrm>
            <a:prstGeom prst="rect">
              <a:avLst/>
            </a:prstGeom>
            <a:noFill/>
            <a:ln>
              <a:noFill/>
            </a:ln>
          </p:spPr>
        </p:pic>
        <p:pic>
          <p:nvPicPr>
            <p:cNvPr id="544" name="Google Shape;544;p36"/>
            <p:cNvPicPr preferRelativeResize="0"/>
            <p:nvPr/>
          </p:nvPicPr>
          <p:blipFill rotWithShape="1">
            <a:blip r:embed="rId6">
              <a:alphaModFix/>
            </a:blip>
            <a:srcRect/>
            <a:stretch/>
          </p:blipFill>
          <p:spPr>
            <a:xfrm>
              <a:off x="10784458" y="1232743"/>
              <a:ext cx="1111146" cy="306954"/>
            </a:xfrm>
            <a:prstGeom prst="rect">
              <a:avLst/>
            </a:prstGeom>
            <a:noFill/>
            <a:ln>
              <a:noFill/>
            </a:ln>
          </p:spPr>
        </p:pic>
        <p:pic>
          <p:nvPicPr>
            <p:cNvPr id="545" name="Google Shape;545;p36"/>
            <p:cNvPicPr preferRelativeResize="0"/>
            <p:nvPr/>
          </p:nvPicPr>
          <p:blipFill rotWithShape="1">
            <a:blip r:embed="rId7">
              <a:alphaModFix/>
            </a:blip>
            <a:srcRect/>
            <a:stretch/>
          </p:blipFill>
          <p:spPr>
            <a:xfrm>
              <a:off x="11253012" y="867518"/>
              <a:ext cx="515375" cy="434847"/>
            </a:xfrm>
            <a:prstGeom prst="rect">
              <a:avLst/>
            </a:prstGeom>
            <a:noFill/>
            <a:ln>
              <a:noFill/>
            </a:ln>
          </p:spPr>
        </p:pic>
        <p:sp>
          <p:nvSpPr>
            <p:cNvPr id="546" name="Google Shape;546;p36"/>
            <p:cNvSpPr txBox="1"/>
            <p:nvPr/>
          </p:nvSpPr>
          <p:spPr>
            <a:xfrm>
              <a:off x="10625232" y="83534"/>
              <a:ext cx="1770934" cy="44204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1050"/>
                <a:buFont typeface="Arial"/>
                <a:buNone/>
              </a:pPr>
              <a:r>
                <a:rPr lang="en-US" sz="1050">
                  <a:solidFill>
                    <a:schemeClr val="lt1"/>
                  </a:solidFill>
                  <a:latin typeface="Arial"/>
                  <a:ea typeface="Arial"/>
                  <a:cs typeface="Arial"/>
                  <a:sym typeface="Arial"/>
                </a:rPr>
                <a:t>2</a:t>
              </a:r>
              <a:r>
                <a:rPr lang="en-US" sz="1050" baseline="30000">
                  <a:solidFill>
                    <a:schemeClr val="lt1"/>
                  </a:solidFill>
                  <a:latin typeface="Arial"/>
                  <a:ea typeface="Arial"/>
                  <a:cs typeface="Arial"/>
                  <a:sym typeface="Arial"/>
                </a:rPr>
                <a:t>nd</a:t>
              </a:r>
              <a:r>
                <a:rPr lang="en-US" sz="1050">
                  <a:solidFill>
                    <a:schemeClr val="lt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lt1"/>
                </a:buClr>
                <a:buSzPts val="1050"/>
                <a:buFont typeface="Arial"/>
                <a:buNone/>
              </a:pPr>
              <a:r>
                <a:rPr lang="en-US" sz="1050">
                  <a:solidFill>
                    <a:schemeClr val="lt1"/>
                  </a:solidFill>
                  <a:latin typeface="Arial"/>
                  <a:ea typeface="Arial"/>
                  <a:cs typeface="Arial"/>
                  <a:sym typeface="Arial"/>
                </a:rPr>
                <a:t>CIT Kokrajhar, Assam</a:t>
              </a:r>
              <a:endParaRPr sz="200">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0"/>
        <p:cNvGrpSpPr/>
        <p:nvPr/>
      </p:nvGrpSpPr>
      <p:grpSpPr>
        <a:xfrm>
          <a:off x="0" y="0"/>
          <a:ext cx="0" cy="0"/>
          <a:chOff x="0" y="0"/>
          <a:chExt cx="0" cy="0"/>
        </a:xfrm>
      </p:grpSpPr>
      <p:sp>
        <p:nvSpPr>
          <p:cNvPr id="551" name="Google Shape;551;p37"/>
          <p:cNvSpPr txBox="1">
            <a:spLocks noGrp="1"/>
          </p:cNvSpPr>
          <p:nvPr>
            <p:ph type="title"/>
          </p:nvPr>
        </p:nvSpPr>
        <p:spPr>
          <a:xfrm>
            <a:off x="4012200" y="619825"/>
            <a:ext cx="4167600" cy="452400"/>
          </a:xfrm>
          <a:prstGeom prst="rect">
            <a:avLst/>
          </a:prstGeom>
          <a:noFill/>
          <a:ln>
            <a:noFill/>
          </a:ln>
        </p:spPr>
        <p:txBody>
          <a:bodyPr spcFirstLastPara="1" wrap="square" lIns="0" tIns="45700" rIns="91425" bIns="45700" anchor="b" anchorCtr="0">
            <a:spAutoFit/>
          </a:bodyPr>
          <a:lstStyle/>
          <a:p>
            <a:pPr marL="0" lvl="0" indent="0" algn="ctr" rtl="0">
              <a:lnSpc>
                <a:spcPct val="90000"/>
              </a:lnSpc>
              <a:spcBef>
                <a:spcPts val="0"/>
              </a:spcBef>
              <a:spcAft>
                <a:spcPts val="0"/>
              </a:spcAft>
              <a:buClr>
                <a:schemeClr val="accent1"/>
              </a:buClr>
              <a:buSzPts val="2800"/>
              <a:buFont typeface="Arial"/>
              <a:buNone/>
            </a:pPr>
            <a:r>
              <a:rPr lang="en-US" sz="2600"/>
              <a:t>RESULTS</a:t>
            </a:r>
            <a:endParaRPr sz="2600"/>
          </a:p>
        </p:txBody>
      </p:sp>
      <p:sp>
        <p:nvSpPr>
          <p:cNvPr id="552" name="Google Shape;552;p3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a:t>
            </a:r>
            <a:endParaRPr/>
          </a:p>
        </p:txBody>
      </p:sp>
      <p:sp>
        <p:nvSpPr>
          <p:cNvPr id="553" name="Google Shape;553;p3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554" name="Google Shape;554;p37"/>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555" name="Google Shape;555;p37"/>
          <p:cNvGrpSpPr/>
          <p:nvPr/>
        </p:nvGrpSpPr>
        <p:grpSpPr>
          <a:xfrm>
            <a:off x="23723" y="34470"/>
            <a:ext cx="2326460" cy="1671283"/>
            <a:chOff x="23723" y="34470"/>
            <a:chExt cx="2326460" cy="1671283"/>
          </a:xfrm>
        </p:grpSpPr>
        <p:pic>
          <p:nvPicPr>
            <p:cNvPr id="556" name="Google Shape;556;p37"/>
            <p:cNvPicPr preferRelativeResize="0"/>
            <p:nvPr/>
          </p:nvPicPr>
          <p:blipFill rotWithShape="1">
            <a:blip r:embed="rId3">
              <a:alphaModFix/>
            </a:blip>
            <a:srcRect/>
            <a:stretch/>
          </p:blipFill>
          <p:spPr>
            <a:xfrm>
              <a:off x="23723" y="34470"/>
              <a:ext cx="786063" cy="786063"/>
            </a:xfrm>
            <a:prstGeom prst="rect">
              <a:avLst/>
            </a:prstGeom>
            <a:noFill/>
            <a:ln>
              <a:noFill/>
            </a:ln>
          </p:spPr>
        </p:pic>
        <p:pic>
          <p:nvPicPr>
            <p:cNvPr id="557" name="Google Shape;557;p37" descr="Central Institute of Technology Kokrajhar | Contact Us"/>
            <p:cNvPicPr preferRelativeResize="0"/>
            <p:nvPr/>
          </p:nvPicPr>
          <p:blipFill rotWithShape="1">
            <a:blip r:embed="rId4">
              <a:alphaModFix/>
            </a:blip>
            <a:srcRect/>
            <a:stretch/>
          </p:blipFill>
          <p:spPr>
            <a:xfrm>
              <a:off x="23723" y="793459"/>
              <a:ext cx="912294" cy="912294"/>
            </a:xfrm>
            <a:prstGeom prst="rect">
              <a:avLst/>
            </a:prstGeom>
            <a:noFill/>
            <a:ln>
              <a:noFill/>
            </a:ln>
          </p:spPr>
        </p:pic>
        <p:pic>
          <p:nvPicPr>
            <p:cNvPr id="558" name="Google Shape;558;p37"/>
            <p:cNvPicPr preferRelativeResize="0"/>
            <p:nvPr/>
          </p:nvPicPr>
          <p:blipFill rotWithShape="1">
            <a:blip r:embed="rId5">
              <a:alphaModFix/>
            </a:blip>
            <a:srcRect/>
            <a:stretch/>
          </p:blipFill>
          <p:spPr>
            <a:xfrm>
              <a:off x="738509" y="1252316"/>
              <a:ext cx="1111146" cy="306954"/>
            </a:xfrm>
            <a:prstGeom prst="rect">
              <a:avLst/>
            </a:prstGeom>
            <a:noFill/>
            <a:ln>
              <a:noFill/>
            </a:ln>
          </p:spPr>
        </p:pic>
        <p:pic>
          <p:nvPicPr>
            <p:cNvPr id="559" name="Google Shape;559;p37"/>
            <p:cNvPicPr preferRelativeResize="0"/>
            <p:nvPr/>
          </p:nvPicPr>
          <p:blipFill rotWithShape="1">
            <a:blip r:embed="rId6">
              <a:alphaModFix/>
            </a:blip>
            <a:srcRect/>
            <a:stretch/>
          </p:blipFill>
          <p:spPr>
            <a:xfrm>
              <a:off x="1207063" y="887091"/>
              <a:ext cx="515375" cy="434847"/>
            </a:xfrm>
            <a:prstGeom prst="rect">
              <a:avLst/>
            </a:prstGeom>
            <a:noFill/>
            <a:ln>
              <a:noFill/>
            </a:ln>
          </p:spPr>
        </p:pic>
        <p:sp>
          <p:nvSpPr>
            <p:cNvPr id="560" name="Google Shape;560;p37"/>
            <p:cNvSpPr txBox="1"/>
            <p:nvPr/>
          </p:nvSpPr>
          <p:spPr>
            <a:xfrm>
              <a:off x="579283" y="103107"/>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pic>
        <p:nvPicPr>
          <p:cNvPr id="561" name="Google Shape;561;p37"/>
          <p:cNvPicPr preferRelativeResize="0"/>
          <p:nvPr/>
        </p:nvPicPr>
        <p:blipFill>
          <a:blip r:embed="rId7">
            <a:alphaModFix/>
          </a:blip>
          <a:stretch>
            <a:fillRect/>
          </a:stretch>
        </p:blipFill>
        <p:spPr>
          <a:xfrm>
            <a:off x="2069601" y="1610450"/>
            <a:ext cx="8052802" cy="4593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5"/>
        <p:cNvGrpSpPr/>
        <p:nvPr/>
      </p:nvGrpSpPr>
      <p:grpSpPr>
        <a:xfrm>
          <a:off x="0" y="0"/>
          <a:ext cx="0" cy="0"/>
          <a:chOff x="0" y="0"/>
          <a:chExt cx="0" cy="0"/>
        </a:xfrm>
      </p:grpSpPr>
      <p:sp>
        <p:nvSpPr>
          <p:cNvPr id="566" name="Google Shape;56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567" name="Google Shape;567;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568" name="Google Shape;568;p38"/>
          <p:cNvSpPr txBox="1">
            <a:spLocks noGrp="1"/>
          </p:cNvSpPr>
          <p:nvPr>
            <p:ph type="title"/>
          </p:nvPr>
        </p:nvSpPr>
        <p:spPr>
          <a:xfrm>
            <a:off x="7543799" y="2318657"/>
            <a:ext cx="4203247" cy="1440996"/>
          </a:xfrm>
          <a:prstGeom prst="rect">
            <a:avLst/>
          </a:prstGeom>
          <a:noFill/>
          <a:ln>
            <a:noFill/>
          </a:ln>
        </p:spPr>
        <p:txBody>
          <a:bodyPr spcFirstLastPara="1" wrap="square" lIns="0" tIns="45700" rIns="91425" bIns="45700" anchor="b" anchorCtr="0">
            <a:noAutofit/>
          </a:bodyPr>
          <a:lstStyle/>
          <a:p>
            <a:pPr marL="0" lvl="0" indent="0" algn="l" rtl="0">
              <a:lnSpc>
                <a:spcPct val="90000"/>
              </a:lnSpc>
              <a:spcBef>
                <a:spcPts val="0"/>
              </a:spcBef>
              <a:spcAft>
                <a:spcPts val="0"/>
              </a:spcAft>
              <a:buClr>
                <a:schemeClr val="accent1"/>
              </a:buClr>
              <a:buSzPts val="2800"/>
              <a:buFont typeface="Arial"/>
              <a:buNone/>
            </a:pPr>
            <a:r>
              <a:rPr lang="en-US"/>
              <a:t>INSIGHTS</a:t>
            </a:r>
            <a:endParaRPr/>
          </a:p>
        </p:txBody>
      </p:sp>
      <p:sp>
        <p:nvSpPr>
          <p:cNvPr id="569" name="Google Shape;569;p38"/>
          <p:cNvSpPr txBox="1">
            <a:spLocks noGrp="1"/>
          </p:cNvSpPr>
          <p:nvPr>
            <p:ph type="body" idx="1"/>
          </p:nvPr>
        </p:nvSpPr>
        <p:spPr>
          <a:xfrm>
            <a:off x="7150750" y="3953550"/>
            <a:ext cx="4596300" cy="2208900"/>
          </a:xfrm>
          <a:prstGeom prst="rect">
            <a:avLst/>
          </a:prstGeom>
          <a:noFill/>
          <a:ln>
            <a:noFill/>
          </a:ln>
        </p:spPr>
        <p:txBody>
          <a:bodyPr spcFirstLastPara="1" wrap="square" lIns="91425" tIns="45700" rIns="91425" bIns="45700" anchor="t" anchorCtr="0">
            <a:normAutofit fontScale="92500"/>
          </a:bodyPr>
          <a:lstStyle/>
          <a:p>
            <a:pPr marL="457200" lvl="0" indent="-330200" algn="l" rtl="0">
              <a:spcBef>
                <a:spcPts val="1000"/>
              </a:spcBef>
              <a:spcAft>
                <a:spcPts val="0"/>
              </a:spcAft>
              <a:buClr>
                <a:schemeClr val="dk1"/>
              </a:buClr>
              <a:buSzPts val="1600"/>
              <a:buChar char="●"/>
            </a:pPr>
            <a:r>
              <a:rPr lang="en-US" sz="1600">
                <a:solidFill>
                  <a:schemeClr val="dk1"/>
                </a:solidFill>
              </a:rPr>
              <a:t>QCNNs excel in low-resolution, binary tasks.</a:t>
            </a:r>
            <a:endParaRPr sz="1600">
              <a:solidFill>
                <a:schemeClr val="dk1"/>
              </a:solidFill>
            </a:endParaRPr>
          </a:p>
          <a:p>
            <a:pPr marL="457200" lvl="0" indent="-330200" algn="l" rtl="0">
              <a:spcBef>
                <a:spcPts val="0"/>
              </a:spcBef>
              <a:spcAft>
                <a:spcPts val="0"/>
              </a:spcAft>
              <a:buClr>
                <a:schemeClr val="dk1"/>
              </a:buClr>
              <a:buSzPts val="1600"/>
              <a:buChar char="●"/>
            </a:pPr>
            <a:r>
              <a:rPr lang="en-US" sz="1600">
                <a:solidFill>
                  <a:schemeClr val="dk1"/>
                </a:solidFill>
              </a:rPr>
              <a:t>Performance declines with higher complexity due to scalability challenges.</a:t>
            </a:r>
            <a:endParaRPr sz="1600">
              <a:solidFill>
                <a:schemeClr val="dk1"/>
              </a:solidFill>
            </a:endParaRPr>
          </a:p>
          <a:p>
            <a:pPr marL="457200" lvl="0" indent="-330200" algn="l" rtl="0">
              <a:spcBef>
                <a:spcPts val="0"/>
              </a:spcBef>
              <a:spcAft>
                <a:spcPts val="0"/>
              </a:spcAft>
              <a:buClr>
                <a:schemeClr val="dk1"/>
              </a:buClr>
              <a:buSzPts val="1600"/>
              <a:buChar char="●"/>
            </a:pPr>
            <a:r>
              <a:rPr lang="en-US" sz="1600">
                <a:solidFill>
                  <a:schemeClr val="dk1"/>
                </a:solidFill>
              </a:rPr>
              <a:t>Highlights the importance of optimizing quantum architectures for broader tasks.</a:t>
            </a:r>
            <a:endParaRPr sz="1600">
              <a:solidFill>
                <a:schemeClr val="dk1"/>
              </a:solidFill>
            </a:endParaRPr>
          </a:p>
        </p:txBody>
      </p:sp>
      <p:sp>
        <p:nvSpPr>
          <p:cNvPr id="570" name="Google Shape;570;p38"/>
          <p:cNvSpPr txBox="1"/>
          <p:nvPr/>
        </p:nvSpPr>
        <p:spPr>
          <a:xfrm>
            <a:off x="7539789" y="0"/>
            <a:ext cx="2723147" cy="27271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571" name="Google Shape;571;p38"/>
          <p:cNvGrpSpPr/>
          <p:nvPr/>
        </p:nvGrpSpPr>
        <p:grpSpPr>
          <a:xfrm>
            <a:off x="10069672" y="14897"/>
            <a:ext cx="1825932" cy="1671280"/>
            <a:chOff x="10069672" y="14897"/>
            <a:chExt cx="1825932" cy="1671280"/>
          </a:xfrm>
        </p:grpSpPr>
        <p:pic>
          <p:nvPicPr>
            <p:cNvPr id="572" name="Google Shape;572;p38"/>
            <p:cNvPicPr preferRelativeResize="0"/>
            <p:nvPr/>
          </p:nvPicPr>
          <p:blipFill rotWithShape="1">
            <a:blip r:embed="rId3">
              <a:alphaModFix/>
            </a:blip>
            <a:srcRect/>
            <a:stretch/>
          </p:blipFill>
          <p:spPr>
            <a:xfrm>
              <a:off x="10069672" y="14897"/>
              <a:ext cx="786063" cy="786063"/>
            </a:xfrm>
            <a:prstGeom prst="rect">
              <a:avLst/>
            </a:prstGeom>
            <a:noFill/>
            <a:ln>
              <a:noFill/>
            </a:ln>
          </p:spPr>
        </p:pic>
        <p:pic>
          <p:nvPicPr>
            <p:cNvPr id="573" name="Google Shape;573;p38" descr="Central Institute of Technology Kokrajhar | Contact Us"/>
            <p:cNvPicPr preferRelativeResize="0"/>
            <p:nvPr/>
          </p:nvPicPr>
          <p:blipFill rotWithShape="1">
            <a:blip r:embed="rId4">
              <a:alphaModFix/>
            </a:blip>
            <a:srcRect/>
            <a:stretch/>
          </p:blipFill>
          <p:spPr>
            <a:xfrm>
              <a:off x="10069672" y="773886"/>
              <a:ext cx="912291" cy="912291"/>
            </a:xfrm>
            <a:prstGeom prst="rect">
              <a:avLst/>
            </a:prstGeom>
            <a:noFill/>
            <a:ln>
              <a:noFill/>
            </a:ln>
          </p:spPr>
        </p:pic>
        <p:pic>
          <p:nvPicPr>
            <p:cNvPr id="574" name="Google Shape;574;p38"/>
            <p:cNvPicPr preferRelativeResize="0"/>
            <p:nvPr/>
          </p:nvPicPr>
          <p:blipFill rotWithShape="1">
            <a:blip r:embed="rId5">
              <a:alphaModFix/>
            </a:blip>
            <a:srcRect/>
            <a:stretch/>
          </p:blipFill>
          <p:spPr>
            <a:xfrm>
              <a:off x="10784458" y="1232743"/>
              <a:ext cx="1111146" cy="306954"/>
            </a:xfrm>
            <a:prstGeom prst="rect">
              <a:avLst/>
            </a:prstGeom>
            <a:noFill/>
            <a:ln>
              <a:noFill/>
            </a:ln>
          </p:spPr>
        </p:pic>
        <p:pic>
          <p:nvPicPr>
            <p:cNvPr id="575" name="Google Shape;575;p38"/>
            <p:cNvPicPr preferRelativeResize="0"/>
            <p:nvPr/>
          </p:nvPicPr>
          <p:blipFill rotWithShape="1">
            <a:blip r:embed="rId6">
              <a:alphaModFix/>
            </a:blip>
            <a:srcRect/>
            <a:stretch/>
          </p:blipFill>
          <p:spPr>
            <a:xfrm>
              <a:off x="11253012" y="867518"/>
              <a:ext cx="515375" cy="434847"/>
            </a:xfrm>
            <a:prstGeom prst="rect">
              <a:avLst/>
            </a:prstGeom>
            <a:noFill/>
            <a:ln>
              <a:noFill/>
            </a:ln>
          </p:spPr>
        </p:pic>
      </p:grpSp>
      <p:sp>
        <p:nvSpPr>
          <p:cNvPr id="576" name="Google Shape;576;p38"/>
          <p:cNvSpPr txBox="1"/>
          <p:nvPr/>
        </p:nvSpPr>
        <p:spPr>
          <a:xfrm>
            <a:off x="10625232" y="83534"/>
            <a:ext cx="1770934" cy="44204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pic>
        <p:nvPicPr>
          <p:cNvPr id="577" name="Google Shape;577;p38"/>
          <p:cNvPicPr preferRelativeResize="0"/>
          <p:nvPr/>
        </p:nvPicPr>
        <p:blipFill rotWithShape="1">
          <a:blip r:embed="rId7">
            <a:alphaModFix/>
          </a:blip>
          <a:srcRect b="4616"/>
          <a:stretch/>
        </p:blipFill>
        <p:spPr>
          <a:xfrm>
            <a:off x="0" y="0"/>
            <a:ext cx="4791224"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1"/>
        <p:cNvGrpSpPr/>
        <p:nvPr/>
      </p:nvGrpSpPr>
      <p:grpSpPr>
        <a:xfrm>
          <a:off x="0" y="0"/>
          <a:ext cx="0" cy="0"/>
          <a:chOff x="0" y="0"/>
          <a:chExt cx="0" cy="0"/>
        </a:xfrm>
      </p:grpSpPr>
      <p:sp>
        <p:nvSpPr>
          <p:cNvPr id="582" name="Google Shape;582;p39"/>
          <p:cNvSpPr txBox="1">
            <a:spLocks noGrp="1"/>
          </p:cNvSpPr>
          <p:nvPr>
            <p:ph type="title"/>
          </p:nvPr>
        </p:nvSpPr>
        <p:spPr>
          <a:xfrm>
            <a:off x="605275" y="595388"/>
            <a:ext cx="2567400" cy="510300"/>
          </a:xfrm>
          <a:prstGeom prst="rect">
            <a:avLst/>
          </a:prstGeom>
          <a:noFill/>
          <a:ln>
            <a:noFill/>
          </a:ln>
        </p:spPr>
        <p:txBody>
          <a:bodyPr spcFirstLastPara="1" wrap="square" lIns="0" tIns="45700" rIns="91425" bIns="45700" anchor="b" anchorCtr="0">
            <a:normAutofit/>
          </a:bodyPr>
          <a:lstStyle/>
          <a:p>
            <a:pPr marL="0" lvl="0" indent="0" algn="l" rtl="0">
              <a:lnSpc>
                <a:spcPct val="90000"/>
              </a:lnSpc>
              <a:spcBef>
                <a:spcPts val="0"/>
              </a:spcBef>
              <a:spcAft>
                <a:spcPts val="0"/>
              </a:spcAft>
              <a:buClr>
                <a:schemeClr val="accent1"/>
              </a:buClr>
              <a:buSzPts val="2800"/>
              <a:buFont typeface="Arial"/>
              <a:buNone/>
            </a:pPr>
            <a:r>
              <a:rPr lang="en-US"/>
              <a:t>CONCLUSION</a:t>
            </a:r>
            <a:endParaRPr sz="2900"/>
          </a:p>
        </p:txBody>
      </p:sp>
      <p:sp>
        <p:nvSpPr>
          <p:cNvPr id="583" name="Google Shape;583;p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584" name="Google Shape;584;p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585" name="Google Shape;585;p39"/>
          <p:cNvSpPr txBox="1"/>
          <p:nvPr/>
        </p:nvSpPr>
        <p:spPr>
          <a:xfrm>
            <a:off x="7539789" y="0"/>
            <a:ext cx="2723100" cy="272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rPr>
              <a:t>ashmitsharma630@gmail.com</a:t>
            </a:r>
            <a:endParaRPr sz="1000" b="0" i="0" u="none" strike="noStrike" cap="none">
              <a:solidFill>
                <a:schemeClr val="dk1"/>
              </a:solidFill>
              <a:latin typeface="Arial"/>
              <a:ea typeface="Arial"/>
              <a:cs typeface="Arial"/>
              <a:sym typeface="Arial"/>
            </a:endParaRPr>
          </a:p>
        </p:txBody>
      </p:sp>
      <p:grpSp>
        <p:nvGrpSpPr>
          <p:cNvPr id="586" name="Google Shape;586;p39"/>
          <p:cNvGrpSpPr/>
          <p:nvPr/>
        </p:nvGrpSpPr>
        <p:grpSpPr>
          <a:xfrm>
            <a:off x="10069672" y="14897"/>
            <a:ext cx="2326460" cy="1671283"/>
            <a:chOff x="10069672" y="14897"/>
            <a:chExt cx="2326460" cy="1671283"/>
          </a:xfrm>
        </p:grpSpPr>
        <p:pic>
          <p:nvPicPr>
            <p:cNvPr id="587" name="Google Shape;587;p39"/>
            <p:cNvPicPr preferRelativeResize="0"/>
            <p:nvPr/>
          </p:nvPicPr>
          <p:blipFill rotWithShape="1">
            <a:blip r:embed="rId3">
              <a:alphaModFix/>
            </a:blip>
            <a:srcRect/>
            <a:stretch/>
          </p:blipFill>
          <p:spPr>
            <a:xfrm>
              <a:off x="10069672" y="14897"/>
              <a:ext cx="786063" cy="786063"/>
            </a:xfrm>
            <a:prstGeom prst="rect">
              <a:avLst/>
            </a:prstGeom>
            <a:noFill/>
            <a:ln>
              <a:noFill/>
            </a:ln>
          </p:spPr>
        </p:pic>
        <p:pic>
          <p:nvPicPr>
            <p:cNvPr id="588" name="Google Shape;588;p39" descr="Central Institute of Technology Kokrajhar | Contact Us"/>
            <p:cNvPicPr preferRelativeResize="0"/>
            <p:nvPr/>
          </p:nvPicPr>
          <p:blipFill rotWithShape="1">
            <a:blip r:embed="rId4">
              <a:alphaModFix/>
            </a:blip>
            <a:srcRect/>
            <a:stretch/>
          </p:blipFill>
          <p:spPr>
            <a:xfrm>
              <a:off x="10069672" y="773886"/>
              <a:ext cx="912294" cy="912294"/>
            </a:xfrm>
            <a:prstGeom prst="rect">
              <a:avLst/>
            </a:prstGeom>
            <a:noFill/>
            <a:ln>
              <a:noFill/>
            </a:ln>
          </p:spPr>
        </p:pic>
        <p:pic>
          <p:nvPicPr>
            <p:cNvPr id="589" name="Google Shape;589;p39"/>
            <p:cNvPicPr preferRelativeResize="0"/>
            <p:nvPr/>
          </p:nvPicPr>
          <p:blipFill rotWithShape="1">
            <a:blip r:embed="rId5">
              <a:alphaModFix/>
            </a:blip>
            <a:srcRect/>
            <a:stretch/>
          </p:blipFill>
          <p:spPr>
            <a:xfrm>
              <a:off x="10784458" y="1232743"/>
              <a:ext cx="1111146" cy="306954"/>
            </a:xfrm>
            <a:prstGeom prst="rect">
              <a:avLst/>
            </a:prstGeom>
            <a:noFill/>
            <a:ln>
              <a:noFill/>
            </a:ln>
          </p:spPr>
        </p:pic>
        <p:pic>
          <p:nvPicPr>
            <p:cNvPr id="590" name="Google Shape;590;p39"/>
            <p:cNvPicPr preferRelativeResize="0"/>
            <p:nvPr/>
          </p:nvPicPr>
          <p:blipFill rotWithShape="1">
            <a:blip r:embed="rId6">
              <a:alphaModFix/>
            </a:blip>
            <a:srcRect/>
            <a:stretch/>
          </p:blipFill>
          <p:spPr>
            <a:xfrm>
              <a:off x="11253012" y="867518"/>
              <a:ext cx="515375" cy="434847"/>
            </a:xfrm>
            <a:prstGeom prst="rect">
              <a:avLst/>
            </a:prstGeom>
            <a:noFill/>
            <a:ln>
              <a:noFill/>
            </a:ln>
          </p:spPr>
        </p:pic>
        <p:sp>
          <p:nvSpPr>
            <p:cNvPr id="591" name="Google Shape;591;p39"/>
            <p:cNvSpPr txBox="1"/>
            <p:nvPr/>
          </p:nvSpPr>
          <p:spPr>
            <a:xfrm>
              <a:off x="10625232" y="83534"/>
              <a:ext cx="1770900" cy="44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2</a:t>
              </a:r>
              <a:r>
                <a:rPr lang="en-US" sz="1050" b="0" i="0" u="none" strike="noStrike" cap="none" baseline="30000">
                  <a:solidFill>
                    <a:schemeClr val="dk1"/>
                  </a:solidFill>
                  <a:latin typeface="Arial"/>
                  <a:ea typeface="Arial"/>
                  <a:cs typeface="Arial"/>
                  <a:sym typeface="Arial"/>
                </a:rPr>
                <a:t>nd</a:t>
              </a:r>
              <a:r>
                <a:rPr lang="en-US" sz="1050" b="0" i="0" u="none" strike="noStrike" cap="none">
                  <a:solidFill>
                    <a:schemeClr val="dk1"/>
                  </a:solidFill>
                  <a:latin typeface="Arial"/>
                  <a:ea typeface="Arial"/>
                  <a:cs typeface="Arial"/>
                  <a:sym typeface="Arial"/>
                </a:rPr>
                <a:t>  ICTCon at </a:t>
              </a:r>
              <a:endParaRPr/>
            </a:p>
            <a:p>
              <a:pPr marL="0" marR="0" lvl="0" indent="0" algn="ctr" rtl="0">
                <a:lnSpc>
                  <a:spcPct val="100000"/>
                </a:lnSpc>
                <a:spcBef>
                  <a:spcPts val="0"/>
                </a:spcBef>
                <a:spcAft>
                  <a:spcPts val="0"/>
                </a:spcAft>
                <a:buClr>
                  <a:schemeClr val="dk1"/>
                </a:buClr>
                <a:buSzPts val="1050"/>
                <a:buFont typeface="Arial"/>
                <a:buNone/>
              </a:pPr>
              <a:r>
                <a:rPr lang="en-US" sz="1050" b="0" i="0" u="none" strike="noStrike" cap="none">
                  <a:solidFill>
                    <a:schemeClr val="dk1"/>
                  </a:solidFill>
                  <a:latin typeface="Arial"/>
                  <a:ea typeface="Arial"/>
                  <a:cs typeface="Arial"/>
                  <a:sym typeface="Arial"/>
                </a:rPr>
                <a:t>CIT Kokrajhar, Assam</a:t>
              </a:r>
              <a:endParaRPr sz="200" b="0" i="0" u="none" strike="noStrike" cap="none">
                <a:solidFill>
                  <a:schemeClr val="dk1"/>
                </a:solidFill>
                <a:latin typeface="Arial"/>
                <a:ea typeface="Arial"/>
                <a:cs typeface="Arial"/>
                <a:sym typeface="Arial"/>
              </a:endParaRPr>
            </a:p>
          </p:txBody>
        </p:sp>
      </p:grpSp>
      <p:sp>
        <p:nvSpPr>
          <p:cNvPr id="592" name="Google Shape;592;p39"/>
          <p:cNvSpPr txBox="1"/>
          <p:nvPr/>
        </p:nvSpPr>
        <p:spPr>
          <a:xfrm>
            <a:off x="4038600" y="1879875"/>
            <a:ext cx="7889100" cy="42696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1200"/>
              </a:spcBef>
              <a:spcAft>
                <a:spcPts val="0"/>
              </a:spcAft>
              <a:buSzPts val="1800"/>
              <a:buChar char="●"/>
            </a:pPr>
            <a:r>
              <a:rPr lang="en-US" sz="1800"/>
              <a:t>Demonstrated QCNN’s strengths in low-resolution and binary classification tasks.</a:t>
            </a:r>
            <a:endParaRPr sz="1800"/>
          </a:p>
          <a:p>
            <a:pPr marL="457200" lvl="0" indent="-342900" algn="l" rtl="0">
              <a:lnSpc>
                <a:spcPct val="115000"/>
              </a:lnSpc>
              <a:spcBef>
                <a:spcPts val="0"/>
              </a:spcBef>
              <a:spcAft>
                <a:spcPts val="0"/>
              </a:spcAft>
              <a:buSzPts val="1800"/>
              <a:buChar char="●"/>
            </a:pPr>
            <a:r>
              <a:rPr lang="en-US" sz="1800"/>
              <a:t>Highlighted its potential for smaller datasets.</a:t>
            </a:r>
            <a:endParaRPr sz="1800"/>
          </a:p>
          <a:p>
            <a:pPr marL="0" lvl="0" indent="0" algn="l" rtl="0">
              <a:lnSpc>
                <a:spcPct val="115000"/>
              </a:lnSpc>
              <a:spcBef>
                <a:spcPts val="1200"/>
              </a:spcBef>
              <a:spcAft>
                <a:spcPts val="0"/>
              </a:spcAft>
              <a:buNone/>
            </a:pPr>
            <a:endParaRPr sz="1800"/>
          </a:p>
          <a:p>
            <a:pPr marL="0" lvl="0" indent="0" algn="l" rtl="0">
              <a:lnSpc>
                <a:spcPct val="115000"/>
              </a:lnSpc>
              <a:spcBef>
                <a:spcPts val="1200"/>
              </a:spcBef>
              <a:spcAft>
                <a:spcPts val="0"/>
              </a:spcAft>
              <a:buNone/>
            </a:pPr>
            <a:r>
              <a:rPr lang="en-US" sz="1800" b="1"/>
              <a:t>Future Scope:</a:t>
            </a:r>
            <a:endParaRPr sz="1800" b="1"/>
          </a:p>
          <a:p>
            <a:pPr marL="457200" lvl="0" indent="-342900" algn="l" rtl="0">
              <a:lnSpc>
                <a:spcPct val="115000"/>
              </a:lnSpc>
              <a:spcBef>
                <a:spcPts val="1200"/>
              </a:spcBef>
              <a:spcAft>
                <a:spcPts val="0"/>
              </a:spcAft>
              <a:buSzPts val="1800"/>
              <a:buChar char="●"/>
            </a:pPr>
            <a:r>
              <a:rPr lang="en-US" sz="1800"/>
              <a:t>Optimize QCNN architectures for higher resolution and class diversity.</a:t>
            </a:r>
            <a:endParaRPr sz="1800"/>
          </a:p>
          <a:p>
            <a:pPr marL="457200" lvl="0" indent="-342900" algn="l" rtl="0">
              <a:lnSpc>
                <a:spcPct val="115000"/>
              </a:lnSpc>
              <a:spcBef>
                <a:spcPts val="0"/>
              </a:spcBef>
              <a:spcAft>
                <a:spcPts val="0"/>
              </a:spcAft>
              <a:buSzPts val="1800"/>
              <a:buChar char="●"/>
            </a:pPr>
            <a:r>
              <a:rPr lang="en-US" sz="1800"/>
              <a:t>Explore real-world applications, including quantum hardware integration.</a:t>
            </a:r>
            <a:endParaRPr sz="1800"/>
          </a:p>
          <a:p>
            <a:pPr marL="0" lvl="0" indent="0" algn="l" rtl="0">
              <a:lnSpc>
                <a:spcPct val="115000"/>
              </a:lnSpc>
              <a:spcBef>
                <a:spcPts val="1200"/>
              </a:spcBef>
              <a:spcAft>
                <a:spcPts val="1200"/>
              </a:spcAft>
              <a:buNone/>
            </a:pP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6"/>
        <p:cNvGrpSpPr/>
        <p:nvPr/>
      </p:nvGrpSpPr>
      <p:grpSpPr>
        <a:xfrm>
          <a:off x="0" y="0"/>
          <a:ext cx="0" cy="0"/>
          <a:chOff x="0" y="0"/>
          <a:chExt cx="0" cy="0"/>
        </a:xfrm>
      </p:grpSpPr>
      <p:pic>
        <p:nvPicPr>
          <p:cNvPr id="597" name="Google Shape;597;p40" descr="close up of a circuit board"/>
          <p:cNvPicPr preferRelativeResize="0">
            <a:picLocks noGrp="1"/>
          </p:cNvPicPr>
          <p:nvPr>
            <p:ph type="pic" idx="2"/>
          </p:nvPr>
        </p:nvPicPr>
        <p:blipFill rotWithShape="1">
          <a:blip r:embed="rId3">
            <a:alphaModFix/>
          </a:blip>
          <a:srcRect/>
          <a:stretch/>
        </p:blipFill>
        <p:spPr>
          <a:xfrm>
            <a:off x="6426578" y="0"/>
            <a:ext cx="5765422" cy="6858000"/>
          </a:xfrm>
          <a:prstGeom prst="rect">
            <a:avLst/>
          </a:prstGeom>
          <a:noFill/>
          <a:ln>
            <a:noFill/>
          </a:ln>
        </p:spPr>
      </p:pic>
      <p:pic>
        <p:nvPicPr>
          <p:cNvPr id="598" name="Google Shape;598;p40" descr="young person writing on white board"/>
          <p:cNvPicPr preferRelativeResize="0">
            <a:picLocks noGrp="1"/>
          </p:cNvPicPr>
          <p:nvPr>
            <p:ph type="pic" idx="3"/>
          </p:nvPr>
        </p:nvPicPr>
        <p:blipFill rotWithShape="1">
          <a:blip r:embed="rId4">
            <a:alphaModFix/>
          </a:blip>
          <a:srcRect/>
          <a:stretch/>
        </p:blipFill>
        <p:spPr>
          <a:xfrm>
            <a:off x="-11657" y="-16298"/>
            <a:ext cx="5555640" cy="6874299"/>
          </a:xfrm>
          <a:prstGeom prst="rect">
            <a:avLst/>
          </a:prstGeom>
          <a:noFill/>
          <a:ln>
            <a:noFill/>
          </a:ln>
        </p:spPr>
      </p:pic>
      <p:sp>
        <p:nvSpPr>
          <p:cNvPr id="599" name="Google Shape;599;p40"/>
          <p:cNvSpPr txBox="1">
            <a:spLocks noGrp="1"/>
          </p:cNvSpPr>
          <p:nvPr>
            <p:ph type="body" idx="1"/>
          </p:nvPr>
        </p:nvSpPr>
        <p:spPr>
          <a:xfrm>
            <a:off x="4461307" y="4277953"/>
            <a:ext cx="2310968" cy="470424"/>
          </a:xfrm>
          <a:prstGeom prst="rect">
            <a:avLst/>
          </a:prstGeom>
          <a:noFill/>
          <a:ln>
            <a:noFill/>
          </a:ln>
        </p:spPr>
        <p:txBody>
          <a:bodyPr spcFirstLastPara="1" wrap="square" lIns="0" tIns="45700" rIns="91425" bIns="45700" anchor="t" anchorCtr="0">
            <a:normAutofit/>
          </a:bodyPr>
          <a:lstStyle/>
          <a:p>
            <a:pPr marL="0" lvl="0" indent="0" algn="l" rtl="0">
              <a:lnSpc>
                <a:spcPct val="150000"/>
              </a:lnSpc>
              <a:spcBef>
                <a:spcPts val="0"/>
              </a:spcBef>
              <a:spcAft>
                <a:spcPts val="0"/>
              </a:spcAft>
              <a:buClr>
                <a:schemeClr val="dk1"/>
              </a:buClr>
              <a:buSzPts val="1200"/>
              <a:buFont typeface="Arial"/>
              <a:buNone/>
            </a:pPr>
            <a:r>
              <a:rPr lang="en-US">
                <a:solidFill>
                  <a:schemeClr val="dk1"/>
                </a:solidFill>
              </a:rPr>
              <a:t>Ashmit Sharma</a:t>
            </a:r>
            <a:endParaRPr/>
          </a:p>
        </p:txBody>
      </p:sp>
      <p:sp>
        <p:nvSpPr>
          <p:cNvPr id="600" name="Google Shape;600;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Ashmit Sharma (SGSITS, Indore)</a:t>
            </a:r>
            <a:endParaRPr/>
          </a:p>
        </p:txBody>
      </p:sp>
      <p:sp>
        <p:nvSpPr>
          <p:cNvPr id="601" name="Google Shape;601;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602" name="Google Shape;602;p40"/>
          <p:cNvSpPr txBox="1">
            <a:spLocks noGrp="1"/>
          </p:cNvSpPr>
          <p:nvPr>
            <p:ph type="body" idx="4"/>
          </p:nvPr>
        </p:nvSpPr>
        <p:spPr>
          <a:xfrm>
            <a:off x="4156823" y="4752561"/>
            <a:ext cx="2310968" cy="470424"/>
          </a:xfrm>
          <a:prstGeom prst="rect">
            <a:avLst/>
          </a:prstGeom>
          <a:noFill/>
          <a:ln>
            <a:noFill/>
          </a:ln>
        </p:spPr>
        <p:txBody>
          <a:bodyPr spcFirstLastPara="1" wrap="square" lIns="0" tIns="45700" rIns="91425" bIns="45700" anchor="t" anchorCtr="0">
            <a:noAutofit/>
          </a:bodyPr>
          <a:lstStyle/>
          <a:p>
            <a:pPr marL="0" lvl="0" indent="0" algn="l" rtl="0">
              <a:lnSpc>
                <a:spcPct val="150000"/>
              </a:lnSpc>
              <a:spcBef>
                <a:spcPts val="0"/>
              </a:spcBef>
              <a:spcAft>
                <a:spcPts val="0"/>
              </a:spcAft>
              <a:buClr>
                <a:schemeClr val="dk1"/>
              </a:buClr>
              <a:buSzPts val="660"/>
              <a:buFont typeface="Arial"/>
              <a:buNone/>
            </a:pPr>
            <a:r>
              <a:rPr lang="en-US">
                <a:solidFill>
                  <a:schemeClr val="dk1"/>
                </a:solidFill>
              </a:rPr>
              <a:t>ashmitsharma630@gmail.com</a:t>
            </a:r>
            <a:endParaRPr/>
          </a:p>
          <a:p>
            <a:pPr marL="0" lvl="0" indent="0" algn="l" rtl="0">
              <a:lnSpc>
                <a:spcPct val="150000"/>
              </a:lnSpc>
              <a:spcBef>
                <a:spcPts val="1000"/>
              </a:spcBef>
              <a:spcAft>
                <a:spcPts val="0"/>
              </a:spcAft>
              <a:buClr>
                <a:schemeClr val="lt2"/>
              </a:buClr>
              <a:buSzPts val="660"/>
              <a:buFont typeface="Arial"/>
              <a:buNone/>
            </a:pPr>
            <a:endParaRPr>
              <a:solidFill>
                <a:schemeClr val="dk1"/>
              </a:solidFill>
            </a:endParaRPr>
          </a:p>
        </p:txBody>
      </p:sp>
      <p:sp>
        <p:nvSpPr>
          <p:cNvPr id="603" name="Google Shape;603;p40"/>
          <p:cNvSpPr txBox="1">
            <a:spLocks noGrp="1"/>
          </p:cNvSpPr>
          <p:nvPr>
            <p:ph type="body" idx="5"/>
          </p:nvPr>
        </p:nvSpPr>
        <p:spPr>
          <a:xfrm>
            <a:off x="3869713" y="5217644"/>
            <a:ext cx="2310968" cy="470424"/>
          </a:xfrm>
          <a:prstGeom prst="rect">
            <a:avLst/>
          </a:prstGeom>
          <a:noFill/>
          <a:ln>
            <a:noFill/>
          </a:ln>
        </p:spPr>
        <p:txBody>
          <a:bodyPr spcFirstLastPara="1" wrap="square" lIns="0" tIns="45700" rIns="91425" bIns="45700" anchor="t" anchorCtr="0">
            <a:noAutofit/>
          </a:bodyPr>
          <a:lstStyle/>
          <a:p>
            <a:pPr marL="0" lvl="0" indent="0" algn="l" rtl="0">
              <a:lnSpc>
                <a:spcPct val="150000"/>
              </a:lnSpc>
              <a:spcBef>
                <a:spcPts val="0"/>
              </a:spcBef>
              <a:spcAft>
                <a:spcPts val="0"/>
              </a:spcAft>
              <a:buClr>
                <a:schemeClr val="dk1"/>
              </a:buClr>
              <a:buSzPts val="1200"/>
              <a:buFont typeface="Arial"/>
              <a:buNone/>
            </a:pPr>
            <a:r>
              <a:rPr lang="en-US">
                <a:solidFill>
                  <a:schemeClr val="dk1"/>
                </a:solidFill>
              </a:rPr>
              <a:t>Dr. Shitala Prasad</a:t>
            </a:r>
            <a:endParaRPr/>
          </a:p>
          <a:p>
            <a:pPr marL="0" lvl="0" indent="0" algn="l" rtl="0">
              <a:lnSpc>
                <a:spcPct val="150000"/>
              </a:lnSpc>
              <a:spcBef>
                <a:spcPts val="1000"/>
              </a:spcBef>
              <a:spcAft>
                <a:spcPts val="0"/>
              </a:spcAft>
              <a:buClr>
                <a:schemeClr val="lt2"/>
              </a:buClr>
              <a:buSzPts val="1200"/>
              <a:buFont typeface="Arial"/>
              <a:buNone/>
            </a:pPr>
            <a:endParaRPr>
              <a:solidFill>
                <a:schemeClr val="dk1"/>
              </a:solidFill>
            </a:endParaRPr>
          </a:p>
        </p:txBody>
      </p:sp>
      <p:sp>
        <p:nvSpPr>
          <p:cNvPr id="604" name="Google Shape;604;p40"/>
          <p:cNvSpPr txBox="1">
            <a:spLocks noGrp="1"/>
          </p:cNvSpPr>
          <p:nvPr>
            <p:ph type="body" idx="6"/>
          </p:nvPr>
        </p:nvSpPr>
        <p:spPr>
          <a:xfrm>
            <a:off x="3580046" y="5673201"/>
            <a:ext cx="2310968" cy="470424"/>
          </a:xfrm>
          <a:prstGeom prst="rect">
            <a:avLst/>
          </a:prstGeom>
          <a:noFill/>
          <a:ln>
            <a:noFill/>
          </a:ln>
        </p:spPr>
        <p:txBody>
          <a:bodyPr spcFirstLastPara="1" wrap="square" lIns="0" tIns="45700" rIns="91425" bIns="45700" anchor="t" anchorCtr="0">
            <a:normAutofit/>
          </a:bodyPr>
          <a:lstStyle/>
          <a:p>
            <a:pPr marL="0" lvl="0" indent="0" algn="l" rtl="0">
              <a:lnSpc>
                <a:spcPct val="150000"/>
              </a:lnSpc>
              <a:spcBef>
                <a:spcPts val="0"/>
              </a:spcBef>
              <a:spcAft>
                <a:spcPts val="0"/>
              </a:spcAft>
              <a:buClr>
                <a:schemeClr val="dk1"/>
              </a:buClr>
              <a:buSzPts val="1200"/>
              <a:buFont typeface="Arial"/>
              <a:buNone/>
            </a:pPr>
            <a:r>
              <a:rPr lang="en-US">
                <a:solidFill>
                  <a:schemeClr val="dk1"/>
                </a:solidFill>
              </a:rPr>
              <a:t>shitala@iitgoa.ac.in</a:t>
            </a:r>
            <a:endParaRPr/>
          </a:p>
        </p:txBody>
      </p:sp>
      <p:sp>
        <p:nvSpPr>
          <p:cNvPr id="605" name="Google Shape;605;p40"/>
          <p:cNvSpPr txBox="1">
            <a:spLocks noGrp="1"/>
          </p:cNvSpPr>
          <p:nvPr>
            <p:ph type="title"/>
          </p:nvPr>
        </p:nvSpPr>
        <p:spPr>
          <a:xfrm>
            <a:off x="4898571" y="3363686"/>
            <a:ext cx="3907972" cy="555171"/>
          </a:xfrm>
          <a:prstGeom prst="rect">
            <a:avLst/>
          </a:prstGeom>
          <a:noFill/>
          <a:ln>
            <a:noFill/>
          </a:ln>
        </p:spPr>
        <p:txBody>
          <a:bodyPr spcFirstLastPara="1" wrap="square" lIns="0" tIns="45700" rIns="91425" bIns="45700" anchor="ctr" anchorCtr="0">
            <a:normAutofit/>
          </a:bodyPr>
          <a:lstStyle/>
          <a:p>
            <a:pPr marL="0" lvl="0" indent="0" algn="l" rtl="0">
              <a:lnSpc>
                <a:spcPct val="90000"/>
              </a:lnSpc>
              <a:spcBef>
                <a:spcPts val="0"/>
              </a:spcBef>
              <a:spcAft>
                <a:spcPts val="0"/>
              </a:spcAft>
              <a:buClr>
                <a:schemeClr val="accent1"/>
              </a:buClr>
              <a:buSzPts val="2800"/>
              <a:buFont typeface="Arial"/>
              <a:buNone/>
            </a:pPr>
            <a:r>
              <a:rPr lang="en-US"/>
              <a:t>THANK YOU</a:t>
            </a:r>
            <a:endParaRPr/>
          </a:p>
        </p:txBody>
      </p:sp>
      <p:grpSp>
        <p:nvGrpSpPr>
          <p:cNvPr id="606" name="Google Shape;606;p40"/>
          <p:cNvGrpSpPr/>
          <p:nvPr/>
        </p:nvGrpSpPr>
        <p:grpSpPr>
          <a:xfrm>
            <a:off x="79511" y="0"/>
            <a:ext cx="11899305" cy="6883219"/>
            <a:chOff x="79511" y="0"/>
            <a:chExt cx="11899305" cy="6883219"/>
          </a:xfrm>
        </p:grpSpPr>
        <p:sp>
          <p:nvSpPr>
            <p:cNvPr id="607" name="Google Shape;607;p40"/>
            <p:cNvSpPr txBox="1"/>
            <p:nvPr/>
          </p:nvSpPr>
          <p:spPr>
            <a:xfrm>
              <a:off x="5172503" y="209002"/>
              <a:ext cx="5234337" cy="66062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2</a:t>
              </a:r>
              <a:r>
                <a:rPr lang="en-US" sz="1400" baseline="30000">
                  <a:solidFill>
                    <a:schemeClr val="dk1"/>
                  </a:solidFill>
                  <a:latin typeface="Arial"/>
                  <a:ea typeface="Arial"/>
                  <a:cs typeface="Arial"/>
                  <a:sym typeface="Arial"/>
                </a:rPr>
                <a:t>nd</a:t>
              </a:r>
              <a:r>
                <a:rPr lang="en-US" sz="1400">
                  <a:solidFill>
                    <a:schemeClr val="dk1"/>
                  </a:solidFill>
                  <a:latin typeface="Arial"/>
                  <a:ea typeface="Arial"/>
                  <a:cs typeface="Arial"/>
                  <a:sym typeface="Arial"/>
                </a:rPr>
                <a:t> Intelligent Computing and Technology Conference (ICTCon) </a:t>
              </a:r>
              <a:endParaRPr/>
            </a:p>
            <a:p>
              <a:pPr marL="0" marR="0" lvl="0" indent="0" algn="ctr"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at </a:t>
              </a:r>
              <a:endParaRPr/>
            </a:p>
            <a:p>
              <a:pPr marL="0" marR="0" lvl="0" indent="0" algn="ctr"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Central Institute of Technology Kokrajhar, Assam, India </a:t>
              </a:r>
              <a:endParaRPr sz="1400">
                <a:solidFill>
                  <a:schemeClr val="dk1"/>
                </a:solidFill>
                <a:latin typeface="Arial"/>
                <a:ea typeface="Arial"/>
                <a:cs typeface="Arial"/>
                <a:sym typeface="Arial"/>
              </a:endParaRPr>
            </a:p>
          </p:txBody>
        </p:sp>
        <p:pic>
          <p:nvPicPr>
            <p:cNvPr id="608" name="Google Shape;608;p40"/>
            <p:cNvPicPr preferRelativeResize="0"/>
            <p:nvPr/>
          </p:nvPicPr>
          <p:blipFill rotWithShape="1">
            <a:blip r:embed="rId5">
              <a:alphaModFix/>
            </a:blip>
            <a:srcRect/>
            <a:stretch/>
          </p:blipFill>
          <p:spPr>
            <a:xfrm>
              <a:off x="79511" y="0"/>
              <a:ext cx="1624084" cy="1624084"/>
            </a:xfrm>
            <a:prstGeom prst="rect">
              <a:avLst/>
            </a:prstGeom>
            <a:noFill/>
            <a:ln>
              <a:noFill/>
            </a:ln>
          </p:spPr>
        </p:pic>
        <p:pic>
          <p:nvPicPr>
            <p:cNvPr id="609" name="Google Shape;609;p40"/>
            <p:cNvPicPr preferRelativeResize="0"/>
            <p:nvPr/>
          </p:nvPicPr>
          <p:blipFill rotWithShape="1">
            <a:blip r:embed="rId6">
              <a:alphaModFix/>
            </a:blip>
            <a:srcRect/>
            <a:stretch/>
          </p:blipFill>
          <p:spPr>
            <a:xfrm>
              <a:off x="10005730" y="894850"/>
              <a:ext cx="1973086" cy="545065"/>
            </a:xfrm>
            <a:prstGeom prst="rect">
              <a:avLst/>
            </a:prstGeom>
            <a:noFill/>
            <a:ln>
              <a:noFill/>
            </a:ln>
          </p:spPr>
        </p:pic>
        <p:pic>
          <p:nvPicPr>
            <p:cNvPr id="610" name="Google Shape;610;p40"/>
            <p:cNvPicPr preferRelativeResize="0"/>
            <p:nvPr/>
          </p:nvPicPr>
          <p:blipFill rotWithShape="1">
            <a:blip r:embed="rId7">
              <a:alphaModFix/>
            </a:blip>
            <a:srcRect/>
            <a:stretch/>
          </p:blipFill>
          <p:spPr>
            <a:xfrm>
              <a:off x="10733840" y="102412"/>
              <a:ext cx="1035624" cy="873808"/>
            </a:xfrm>
            <a:prstGeom prst="rect">
              <a:avLst/>
            </a:prstGeom>
            <a:noFill/>
            <a:ln>
              <a:noFill/>
            </a:ln>
          </p:spPr>
        </p:pic>
        <p:pic>
          <p:nvPicPr>
            <p:cNvPr id="611" name="Google Shape;611;p40" descr="Thank You Icons - Free SVG &amp; PNG Thank You Images - Noun Project"/>
            <p:cNvPicPr preferRelativeResize="0"/>
            <p:nvPr/>
          </p:nvPicPr>
          <p:blipFill rotWithShape="1">
            <a:blip r:embed="rId8">
              <a:alphaModFix/>
            </a:blip>
            <a:srcRect/>
            <a:stretch/>
          </p:blipFill>
          <p:spPr>
            <a:xfrm>
              <a:off x="7427718" y="4251443"/>
              <a:ext cx="2631776" cy="2631776"/>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Custom 174">
      <a:dk1>
        <a:srgbClr val="1E1E1E"/>
      </a:dk1>
      <a:lt1>
        <a:srgbClr val="FFFFFF"/>
      </a:lt1>
      <a:dk2>
        <a:srgbClr val="44546A"/>
      </a:dk2>
      <a:lt2>
        <a:srgbClr val="E7E6E6"/>
      </a:lt2>
      <a:accent1>
        <a:srgbClr val="81CC48"/>
      </a:accent1>
      <a:accent2>
        <a:srgbClr val="45BEAD"/>
      </a:accent2>
      <a:accent3>
        <a:srgbClr val="BFFF4B"/>
      </a:accent3>
      <a:accent4>
        <a:srgbClr val="B001FF"/>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2301</Words>
  <Application>Microsoft Office PowerPoint</Application>
  <PresentationFormat>Widescreen</PresentationFormat>
  <Paragraphs>201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Impact of Image Resolution and Class Complexity on QCNN Performance</vt:lpstr>
      <vt:lpstr>AGENDA</vt:lpstr>
      <vt:lpstr>WHY QUANTUM CONVOLUTIONAL NEURAL NETWORKS?</vt:lpstr>
      <vt:lpstr>THE CASE FOR QCNNs</vt:lpstr>
      <vt:lpstr>LAYERS (CONVOLUTION)</vt:lpstr>
      <vt:lpstr>LAYERS (POOLING)</vt:lpstr>
      <vt:lpstr>LAYERS (FULLY CONNECTED)</vt:lpstr>
      <vt:lpstr>QCNN ARCHITECTURE</vt:lpstr>
      <vt:lpstr>MOTIVATION AND AIM </vt:lpstr>
      <vt:lpstr>METHODOLOGY (DATASETS USED)</vt:lpstr>
      <vt:lpstr>METHODOLOGY (PREPROCESSING)</vt:lpstr>
      <vt:lpstr>EXPERIMENTAL RESULTS </vt:lpstr>
      <vt:lpstr>RESULTS</vt:lpstr>
      <vt:lpstr>INSIGHTS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Image Resolution and Class Complexity on QCNN Performance</dc:title>
  <cp:lastModifiedBy>Ashmit</cp:lastModifiedBy>
  <cp:revision>3</cp:revision>
  <dcterms:modified xsi:type="dcterms:W3CDTF">2024-12-02T04:55:36Z</dcterms:modified>
</cp:coreProperties>
</file>